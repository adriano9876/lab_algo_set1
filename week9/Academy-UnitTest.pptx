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11" r:id="rId4"/>
  </p:sldMasterIdLst>
  <p:notesMasterIdLst>
    <p:notesMasterId r:id="rId19"/>
  </p:notesMasterIdLst>
  <p:handoutMasterIdLst>
    <p:handoutMasterId r:id="rId20"/>
  </p:handoutMasterIdLst>
  <p:sldIdLst>
    <p:sldId id="272" r:id="rId5"/>
    <p:sldId id="269" r:id="rId6"/>
    <p:sldId id="273" r:id="rId7"/>
    <p:sldId id="274" r:id="rId8"/>
    <p:sldId id="282" r:id="rId9"/>
    <p:sldId id="275" r:id="rId10"/>
    <p:sldId id="283" r:id="rId11"/>
    <p:sldId id="276" r:id="rId12"/>
    <p:sldId id="277" r:id="rId13"/>
    <p:sldId id="278" r:id="rId14"/>
    <p:sldId id="279" r:id="rId15"/>
    <p:sldId id="280" r:id="rId16"/>
    <p:sldId id="281" r:id="rId17"/>
    <p:sldId id="268" r:id="rId18"/>
  </p:sldIdLst>
  <p:sldSz cx="12192000" cy="6858000"/>
  <p:notesSz cx="6794500" cy="990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2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65D"/>
    <a:srgbClr val="135193"/>
    <a:srgbClr val="000000"/>
    <a:srgbClr val="ACA39A"/>
    <a:srgbClr val="A6192E"/>
    <a:srgbClr val="00685E"/>
    <a:srgbClr val="8E9FBC"/>
    <a:srgbClr val="8B8178"/>
    <a:srgbClr val="C2B195"/>
    <a:srgbClr val="F0CD8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288"/>
      </p:cViewPr>
      <p:guideLst>
        <p:guide orient="horz" pos="2840"/>
        <p:guide pos="25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9F06F5-763E-660B-0C46-1E1D9F5D09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08289-3BE1-2044-F498-97D2D8E370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3E1CB-6DD2-4F68-9750-068553B71D5C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23880-74F1-10BC-13ED-B90FAD3717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3FDB4-B8E1-723C-BCCA-A43B684404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095FA-F89C-4102-A631-36EFD4DF29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691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8C53A-3962-8E44-85BB-F01256AF016F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450" y="4767263"/>
            <a:ext cx="5435600" cy="39004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9675E-8495-BA49-AD02-868A4BFE1CA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46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2" Type="http://schemas.openxmlformats.org/officeDocument/2006/relationships/hyperlink" Target="https://www.facebook.com/MSCCargo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it.linkedin.com/company/msc-mediterranean-shipping-co--s-a-/jobs" TargetMode="Externa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hyperlink" Target="https://twitter.com/msccargo" TargetMode="External"/><Relationship Id="rId4" Type="http://schemas.openxmlformats.org/officeDocument/2006/relationships/hyperlink" Target="https://www.instagram.com/msccargo/" TargetMode="External"/><Relationship Id="rId9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07C20A-0584-6793-1091-339D9F3063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22708" y="3922143"/>
            <a:ext cx="9552213" cy="869053"/>
          </a:xfrm>
        </p:spPr>
        <p:txBody>
          <a:bodyPr anchor="t">
            <a:noAutofit/>
          </a:bodyPr>
          <a:lstStyle>
            <a:lvl1pPr marL="0" marR="0" indent="0" algn="ctr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sz="2800" noProof="0"/>
              <a:t>CLICK TO EDIT</a:t>
            </a:r>
            <a:br>
              <a:rPr lang="en-GB" sz="2800" noProof="0"/>
            </a:br>
            <a:r>
              <a:rPr lang="en-GB" sz="2800" b="1" noProof="0"/>
              <a:t>MASTER TITLE STYLE IN UPPERCASE</a:t>
            </a:r>
            <a:br>
              <a:rPr lang="en-GB" sz="2800" b="1" noProof="0"/>
            </a:br>
            <a:endParaRPr lang="en-GB" sz="2800" noProof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B08459DA-B23C-634D-1FC4-A001AF1E0DE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986157" y="6117942"/>
            <a:ext cx="2819400" cy="362289"/>
          </a:xfrm>
          <a:prstGeom prst="roundRect">
            <a:avLst>
              <a:gd name="adj" fmla="val 50000"/>
            </a:avLst>
          </a:prstGeom>
          <a:solidFill>
            <a:srgbClr val="EED484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Stakeholder</a:t>
            </a:r>
          </a:p>
        </p:txBody>
      </p:sp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624FCC2C-7186-582E-9FE7-DCF0624255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30945" y="4882569"/>
            <a:ext cx="6535738" cy="36228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Day/Month/Year</a:t>
            </a:r>
          </a:p>
        </p:txBody>
      </p:sp>
    </p:spTree>
    <p:extLst>
      <p:ext uri="{BB962C8B-B14F-4D97-AF65-F5344CB8AC3E}">
        <p14:creationId xmlns:p14="http://schemas.microsoft.com/office/powerpoint/2010/main" val="2313369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E9FE35-2527-3A91-276A-4BEBD2A46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55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22708" y="1049554"/>
            <a:ext cx="9552213" cy="869053"/>
          </a:xfrm>
        </p:spPr>
        <p:txBody>
          <a:bodyPr anchor="t">
            <a:noAutofit/>
          </a:bodyPr>
          <a:lstStyle>
            <a:lvl1pPr marL="0" marR="0" indent="0" algn="ctr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sz="2800" noProof="0"/>
              <a:t>CLICK TO EDIT</a:t>
            </a:r>
            <a:br>
              <a:rPr lang="en-GB" sz="2800" noProof="0"/>
            </a:br>
            <a:r>
              <a:rPr lang="en-GB" sz="2800" b="1" noProof="0"/>
              <a:t>MASTER TITLE STYLE IN UPPERCASE</a:t>
            </a:r>
            <a:br>
              <a:rPr lang="en-GB" sz="2800" b="1" noProof="0"/>
            </a:br>
            <a:endParaRPr lang="en-GB" sz="2800" noProof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391" y="0"/>
            <a:ext cx="1001218" cy="1084908"/>
          </a:xfrm>
          <a:prstGeom prst="rect">
            <a:avLst/>
          </a:prstGeom>
        </p:spPr>
      </p:pic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B08459DA-B23C-634D-1FC4-A001AF1E0DE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986157" y="6117942"/>
            <a:ext cx="2819400" cy="362289"/>
          </a:xfrm>
          <a:prstGeom prst="roundRect">
            <a:avLst>
              <a:gd name="adj" fmla="val 50000"/>
            </a:avLst>
          </a:prstGeom>
          <a:solidFill>
            <a:srgbClr val="EED484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Stakeholder</a:t>
            </a:r>
          </a:p>
        </p:txBody>
      </p:sp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624FCC2C-7186-582E-9FE7-DCF0624255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30945" y="1923711"/>
            <a:ext cx="6535738" cy="36228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Day/Month/Year</a:t>
            </a:r>
          </a:p>
        </p:txBody>
      </p:sp>
    </p:spTree>
    <p:extLst>
      <p:ext uri="{BB962C8B-B14F-4D97-AF65-F5344CB8AC3E}">
        <p14:creationId xmlns:p14="http://schemas.microsoft.com/office/powerpoint/2010/main" val="422966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E21B7F-B90E-DEDB-C472-779FA9163D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22708" y="1049554"/>
            <a:ext cx="9552213" cy="869053"/>
          </a:xfrm>
        </p:spPr>
        <p:txBody>
          <a:bodyPr anchor="t">
            <a:noAutofit/>
          </a:bodyPr>
          <a:lstStyle>
            <a:lvl1pPr marL="0" marR="0" indent="0" algn="ctr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sz="2800" noProof="0"/>
              <a:t>CLICK TO EDIT</a:t>
            </a:r>
            <a:br>
              <a:rPr lang="en-GB" sz="2800" noProof="0"/>
            </a:br>
            <a:r>
              <a:rPr lang="en-GB" sz="2800" b="1" noProof="0"/>
              <a:t>MASTER TITLE STYLE IN UPPERCASE</a:t>
            </a:r>
            <a:br>
              <a:rPr lang="en-GB" sz="2800" b="1" noProof="0"/>
            </a:br>
            <a:endParaRPr lang="en-GB" sz="2800" noProof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391" y="0"/>
            <a:ext cx="1001218" cy="1084908"/>
          </a:xfrm>
          <a:prstGeom prst="rect">
            <a:avLst/>
          </a:prstGeom>
        </p:spPr>
      </p:pic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B08459DA-B23C-634D-1FC4-A001AF1E0DE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986157" y="6117942"/>
            <a:ext cx="2819400" cy="362289"/>
          </a:xfrm>
          <a:prstGeom prst="roundRect">
            <a:avLst>
              <a:gd name="adj" fmla="val 50000"/>
            </a:avLst>
          </a:prstGeom>
          <a:solidFill>
            <a:srgbClr val="EED484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noProof="0"/>
              <a:t>Stakeholder</a:t>
            </a:r>
          </a:p>
        </p:txBody>
      </p:sp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624FCC2C-7186-582E-9FE7-DCF0624255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30945" y="1923711"/>
            <a:ext cx="6535738" cy="36228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Day/Month/Year</a:t>
            </a:r>
          </a:p>
        </p:txBody>
      </p:sp>
    </p:spTree>
    <p:extLst>
      <p:ext uri="{BB962C8B-B14F-4D97-AF65-F5344CB8AC3E}">
        <p14:creationId xmlns:p14="http://schemas.microsoft.com/office/powerpoint/2010/main" val="195217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64FF7199-8496-DA45-A4A5-43F6771F5940}"/>
              </a:ext>
            </a:extLst>
          </p:cNvPr>
          <p:cNvCxnSpPr>
            <a:cxnSpLocks/>
          </p:cNvCxnSpPr>
          <p:nvPr userDrawn="1"/>
        </p:nvCxnSpPr>
        <p:spPr>
          <a:xfrm>
            <a:off x="441225" y="3461950"/>
            <a:ext cx="11350800" cy="0"/>
          </a:xfrm>
          <a:prstGeom prst="line">
            <a:avLst/>
          </a:prstGeom>
          <a:ln w="635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9C9B7A0-B491-BCD3-7013-0B67A0C6B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2568696"/>
            <a:ext cx="11350800" cy="86293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THIS IS A SECTION HEADER PAGE </a:t>
            </a:r>
            <a:br>
              <a:rPr lang="en-GB" noProof="0"/>
            </a:br>
            <a:r>
              <a:rPr lang="en-GB" noProof="0"/>
              <a:t>TO SUBDIVIDE YOUR PRESENTATION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CB5071F-733C-DFEF-A623-475179F948B8}"/>
              </a:ext>
            </a:extLst>
          </p:cNvPr>
          <p:cNvSpPr txBox="1">
            <a:spLocks/>
          </p:cNvSpPr>
          <p:nvPr userDrawn="1"/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5D77248-F92F-47C9-97FD-9CF7B39594FC}" type="slidenum">
              <a:rPr lang="en-GB" sz="900" noProof="0" smtClean="0"/>
              <a:pPr>
                <a:defRPr/>
              </a:pPr>
              <a:t>‹#›</a:t>
            </a:fld>
            <a:endParaRPr lang="en-GB" sz="900" noProof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E706A07-47AE-2413-5B2B-A4D3C63BF900}"/>
              </a:ext>
            </a:extLst>
          </p:cNvPr>
          <p:cNvSpPr txBox="1"/>
          <p:nvPr userDrawn="1"/>
        </p:nvSpPr>
        <p:spPr>
          <a:xfrm>
            <a:off x="12493487" y="12324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28AC0365-470A-F800-7972-6BC206B151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8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9C9B7A0-B491-BCD3-7013-0B67A0C6B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2568696"/>
            <a:ext cx="11350800" cy="86293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THIS IS A SECTION HEADER PAGE </a:t>
            </a:r>
            <a:br>
              <a:rPr lang="en-GB" noProof="0"/>
            </a:br>
            <a:r>
              <a:rPr lang="en-GB" noProof="0"/>
              <a:t>TO SUBDIVIDE YOUR PRESENTATION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CB5071F-733C-DFEF-A623-475179F948B8}"/>
              </a:ext>
            </a:extLst>
          </p:cNvPr>
          <p:cNvSpPr txBox="1">
            <a:spLocks/>
          </p:cNvSpPr>
          <p:nvPr userDrawn="1"/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5D77248-F92F-47C9-97FD-9CF7B39594FC}" type="slidenum">
              <a:rPr lang="en-GB" sz="900" noProof="0" smtClean="0"/>
              <a:pPr>
                <a:defRPr/>
              </a:pPr>
              <a:t>‹#›</a:t>
            </a:fld>
            <a:endParaRPr lang="en-GB" sz="900" noProof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E706A07-47AE-2413-5B2B-A4D3C63BF900}"/>
              </a:ext>
            </a:extLst>
          </p:cNvPr>
          <p:cNvSpPr txBox="1"/>
          <p:nvPr userDrawn="1"/>
        </p:nvSpPr>
        <p:spPr>
          <a:xfrm>
            <a:off x="12493487" y="12324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6780F5F-FB12-B746-9B58-247A9F8A1735}"/>
              </a:ext>
            </a:extLst>
          </p:cNvPr>
          <p:cNvCxnSpPr>
            <a:cxnSpLocks/>
          </p:cNvCxnSpPr>
          <p:nvPr userDrawn="1"/>
        </p:nvCxnSpPr>
        <p:spPr>
          <a:xfrm>
            <a:off x="434350" y="3461950"/>
            <a:ext cx="11350800" cy="0"/>
          </a:xfrm>
          <a:prstGeom prst="line">
            <a:avLst/>
          </a:prstGeom>
          <a:ln w="63500" cap="rnd">
            <a:solidFill>
              <a:srgbClr val="ACA39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5">
            <a:extLst>
              <a:ext uri="{FF2B5EF4-FFF2-40B4-BE49-F238E27FC236}">
                <a16:creationId xmlns:a16="http://schemas.microsoft.com/office/drawing/2014/main" id="{3EAEC1DA-7AD1-436F-85DF-6E7EB90F74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5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9C9B7A0-B491-BCD3-7013-0B67A0C6B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2568696"/>
            <a:ext cx="11350800" cy="86293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THIS IS A SECTION HEADER PAGE </a:t>
            </a:r>
            <a:br>
              <a:rPr lang="en-GB" noProof="0"/>
            </a:br>
            <a:r>
              <a:rPr lang="en-GB" noProof="0"/>
              <a:t>TO SUBDIVIDE YOUR PRESENTATION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CB5071F-733C-DFEF-A623-475179F948B8}"/>
              </a:ext>
            </a:extLst>
          </p:cNvPr>
          <p:cNvSpPr txBox="1">
            <a:spLocks/>
          </p:cNvSpPr>
          <p:nvPr userDrawn="1"/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5D77248-F92F-47C9-97FD-9CF7B39594FC}" type="slidenum">
              <a:rPr lang="en-GB" sz="900" noProof="0" smtClean="0"/>
              <a:pPr>
                <a:defRPr/>
              </a:pPr>
              <a:t>‹#›</a:t>
            </a:fld>
            <a:endParaRPr lang="en-GB" sz="900" noProof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E706A07-47AE-2413-5B2B-A4D3C63BF900}"/>
              </a:ext>
            </a:extLst>
          </p:cNvPr>
          <p:cNvSpPr txBox="1"/>
          <p:nvPr userDrawn="1"/>
        </p:nvSpPr>
        <p:spPr>
          <a:xfrm>
            <a:off x="12493487" y="12324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6780F5F-FB12-B746-9B58-247A9F8A1735}"/>
              </a:ext>
            </a:extLst>
          </p:cNvPr>
          <p:cNvCxnSpPr>
            <a:cxnSpLocks/>
          </p:cNvCxnSpPr>
          <p:nvPr userDrawn="1"/>
        </p:nvCxnSpPr>
        <p:spPr>
          <a:xfrm>
            <a:off x="434350" y="3461950"/>
            <a:ext cx="11350800" cy="0"/>
          </a:xfrm>
          <a:prstGeom prst="line">
            <a:avLst/>
          </a:prstGeom>
          <a:ln w="63500" cap="rnd">
            <a:solidFill>
              <a:srgbClr val="8E9FB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5">
            <a:extLst>
              <a:ext uri="{FF2B5EF4-FFF2-40B4-BE49-F238E27FC236}">
                <a16:creationId xmlns:a16="http://schemas.microsoft.com/office/drawing/2014/main" id="{A61D6CEB-2ED0-D62A-D30F-CA9DAC8270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2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9C9B7A0-B491-BCD3-7013-0B67A0C6B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2568696"/>
            <a:ext cx="11350800" cy="86293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THIS IS A SECTION HEADER PAGE </a:t>
            </a:r>
            <a:br>
              <a:rPr lang="en-GB" noProof="0"/>
            </a:br>
            <a:r>
              <a:rPr lang="en-GB" noProof="0"/>
              <a:t>TO SUBDIVIDE YOUR PRESENTATION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CB5071F-733C-DFEF-A623-475179F948B8}"/>
              </a:ext>
            </a:extLst>
          </p:cNvPr>
          <p:cNvSpPr txBox="1">
            <a:spLocks/>
          </p:cNvSpPr>
          <p:nvPr userDrawn="1"/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5D77248-F92F-47C9-97FD-9CF7B39594FC}" type="slidenum">
              <a:rPr lang="en-GB" sz="900" noProof="0" smtClean="0"/>
              <a:pPr>
                <a:defRPr/>
              </a:pPr>
              <a:t>‹#›</a:t>
            </a:fld>
            <a:endParaRPr lang="en-GB" sz="900" noProof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E706A07-47AE-2413-5B2B-A4D3C63BF900}"/>
              </a:ext>
            </a:extLst>
          </p:cNvPr>
          <p:cNvSpPr txBox="1"/>
          <p:nvPr userDrawn="1"/>
        </p:nvSpPr>
        <p:spPr>
          <a:xfrm>
            <a:off x="12493487" y="12324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6780F5F-FB12-B746-9B58-247A9F8A1735}"/>
              </a:ext>
            </a:extLst>
          </p:cNvPr>
          <p:cNvCxnSpPr>
            <a:cxnSpLocks/>
          </p:cNvCxnSpPr>
          <p:nvPr userDrawn="1"/>
        </p:nvCxnSpPr>
        <p:spPr>
          <a:xfrm>
            <a:off x="434350" y="3461950"/>
            <a:ext cx="11350800" cy="0"/>
          </a:xfrm>
          <a:prstGeom prst="line">
            <a:avLst/>
          </a:prstGeom>
          <a:ln w="63500" cap="rnd">
            <a:solidFill>
              <a:srgbClr val="13519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5">
            <a:extLst>
              <a:ext uri="{FF2B5EF4-FFF2-40B4-BE49-F238E27FC236}">
                <a16:creationId xmlns:a16="http://schemas.microsoft.com/office/drawing/2014/main" id="{4ED26F85-33A5-8FBC-368D-2A50180025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9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9C9B7A0-B491-BCD3-7013-0B67A0C6B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2568696"/>
            <a:ext cx="11350800" cy="86293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THIS IS A SECTION HEADER PAGE </a:t>
            </a:r>
            <a:br>
              <a:rPr lang="en-GB" noProof="0"/>
            </a:br>
            <a:r>
              <a:rPr lang="en-GB" noProof="0"/>
              <a:t>TO SUBDIVIDE YOUR PRESENTATION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CB5071F-733C-DFEF-A623-475179F948B8}"/>
              </a:ext>
            </a:extLst>
          </p:cNvPr>
          <p:cNvSpPr txBox="1">
            <a:spLocks/>
          </p:cNvSpPr>
          <p:nvPr userDrawn="1"/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5D77248-F92F-47C9-97FD-9CF7B39594FC}" type="slidenum">
              <a:rPr lang="en-GB" sz="900" noProof="0" smtClean="0"/>
              <a:pPr>
                <a:defRPr/>
              </a:pPr>
              <a:t>‹#›</a:t>
            </a:fld>
            <a:endParaRPr lang="en-GB" sz="900" noProof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E706A07-47AE-2413-5B2B-A4D3C63BF900}"/>
              </a:ext>
            </a:extLst>
          </p:cNvPr>
          <p:cNvSpPr txBox="1"/>
          <p:nvPr userDrawn="1"/>
        </p:nvSpPr>
        <p:spPr>
          <a:xfrm>
            <a:off x="12493487" y="12324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6780F5F-FB12-B746-9B58-247A9F8A1735}"/>
              </a:ext>
            </a:extLst>
          </p:cNvPr>
          <p:cNvCxnSpPr>
            <a:cxnSpLocks/>
          </p:cNvCxnSpPr>
          <p:nvPr userDrawn="1"/>
        </p:nvCxnSpPr>
        <p:spPr>
          <a:xfrm>
            <a:off x="434350" y="3461950"/>
            <a:ext cx="11350800" cy="0"/>
          </a:xfrm>
          <a:prstGeom prst="line">
            <a:avLst/>
          </a:prstGeom>
          <a:ln w="63500" cap="rnd">
            <a:solidFill>
              <a:srgbClr val="1B365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5">
            <a:extLst>
              <a:ext uri="{FF2B5EF4-FFF2-40B4-BE49-F238E27FC236}">
                <a16:creationId xmlns:a16="http://schemas.microsoft.com/office/drawing/2014/main" id="{4933AA85-8743-D566-B83D-488998A1E1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5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9C9B7A0-B491-BCD3-7013-0B67A0C6B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2568696"/>
            <a:ext cx="11350800" cy="86293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THIS IS A SECTION HEADER PAGE </a:t>
            </a:r>
            <a:br>
              <a:rPr lang="en-GB" noProof="0"/>
            </a:br>
            <a:r>
              <a:rPr lang="en-GB" noProof="0"/>
              <a:t>TO SUBDIVIDE YOUR PRESENTATION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CB5071F-733C-DFEF-A623-475179F948B8}"/>
              </a:ext>
            </a:extLst>
          </p:cNvPr>
          <p:cNvSpPr txBox="1">
            <a:spLocks/>
          </p:cNvSpPr>
          <p:nvPr userDrawn="1"/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5D77248-F92F-47C9-97FD-9CF7B39594FC}" type="slidenum">
              <a:rPr lang="en-GB" sz="900" noProof="0" smtClean="0"/>
              <a:pPr>
                <a:defRPr/>
              </a:pPr>
              <a:t>‹#›</a:t>
            </a:fld>
            <a:endParaRPr lang="en-GB" sz="900" noProof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E706A07-47AE-2413-5B2B-A4D3C63BF900}"/>
              </a:ext>
            </a:extLst>
          </p:cNvPr>
          <p:cNvSpPr txBox="1"/>
          <p:nvPr userDrawn="1"/>
        </p:nvSpPr>
        <p:spPr>
          <a:xfrm>
            <a:off x="12493487" y="12324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6780F5F-FB12-B746-9B58-247A9F8A1735}"/>
              </a:ext>
            </a:extLst>
          </p:cNvPr>
          <p:cNvCxnSpPr>
            <a:cxnSpLocks/>
          </p:cNvCxnSpPr>
          <p:nvPr userDrawn="1"/>
        </p:nvCxnSpPr>
        <p:spPr>
          <a:xfrm>
            <a:off x="434350" y="3461950"/>
            <a:ext cx="11350800" cy="0"/>
          </a:xfrm>
          <a:prstGeom prst="line">
            <a:avLst/>
          </a:prstGeom>
          <a:ln w="63500" cap="rnd">
            <a:solidFill>
              <a:srgbClr val="00685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5">
            <a:extLst>
              <a:ext uri="{FF2B5EF4-FFF2-40B4-BE49-F238E27FC236}">
                <a16:creationId xmlns:a16="http://schemas.microsoft.com/office/drawing/2014/main" id="{CAFE1D5F-F3BA-57EA-7135-B073F03D5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6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9C9B7A0-B491-BCD3-7013-0B67A0C6B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2568696"/>
            <a:ext cx="11350800" cy="86293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THIS IS A SECTION HEADER PAGE </a:t>
            </a:r>
            <a:br>
              <a:rPr lang="en-GB" noProof="0"/>
            </a:br>
            <a:r>
              <a:rPr lang="en-GB" noProof="0"/>
              <a:t>TO SUBDIVIDE YOUR PRESENTATION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CB5071F-733C-DFEF-A623-475179F948B8}"/>
              </a:ext>
            </a:extLst>
          </p:cNvPr>
          <p:cNvSpPr txBox="1">
            <a:spLocks/>
          </p:cNvSpPr>
          <p:nvPr userDrawn="1"/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5D77248-F92F-47C9-97FD-9CF7B39594FC}" type="slidenum">
              <a:rPr lang="en-GB" sz="900" noProof="0" smtClean="0"/>
              <a:pPr>
                <a:defRPr/>
              </a:pPr>
              <a:t>‹#›</a:t>
            </a:fld>
            <a:endParaRPr lang="en-GB" sz="900" noProof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E706A07-47AE-2413-5B2B-A4D3C63BF900}"/>
              </a:ext>
            </a:extLst>
          </p:cNvPr>
          <p:cNvSpPr txBox="1"/>
          <p:nvPr userDrawn="1"/>
        </p:nvSpPr>
        <p:spPr>
          <a:xfrm>
            <a:off x="12493487" y="12324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6780F5F-FB12-B746-9B58-247A9F8A1735}"/>
              </a:ext>
            </a:extLst>
          </p:cNvPr>
          <p:cNvCxnSpPr>
            <a:cxnSpLocks/>
          </p:cNvCxnSpPr>
          <p:nvPr userDrawn="1"/>
        </p:nvCxnSpPr>
        <p:spPr>
          <a:xfrm>
            <a:off x="434350" y="3461950"/>
            <a:ext cx="11350800" cy="0"/>
          </a:xfrm>
          <a:prstGeom prst="line">
            <a:avLst/>
          </a:prstGeom>
          <a:ln w="63500" cap="rnd">
            <a:solidFill>
              <a:srgbClr val="A6192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5">
            <a:extLst>
              <a:ext uri="{FF2B5EF4-FFF2-40B4-BE49-F238E27FC236}">
                <a16:creationId xmlns:a16="http://schemas.microsoft.com/office/drawing/2014/main" id="{1616AB62-5F1D-1138-A78B-75D021E025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7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D6A21A-990D-D648-AEDF-C3EC3272E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-1"/>
            <a:ext cx="11350800" cy="1051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CLICK TO EDIT MASTER TITLE </a:t>
            </a:r>
            <a:br>
              <a:rPr lang="en-GB" noProof="0"/>
            </a:br>
            <a:r>
              <a:rPr lang="en-GB" noProof="0"/>
              <a:t>STYLE IN UPPERCASE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00" y="1197864"/>
            <a:ext cx="11326605" cy="4661749"/>
          </a:xfrm>
        </p:spPr>
        <p:txBody>
          <a:bodyPr/>
          <a:lstStyle>
            <a:lvl1pPr marL="2304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lvl1pPr>
            <a:lvl2pPr marL="6876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Char char="•"/>
              <a:tabLst/>
              <a:defRPr/>
            </a:lvl2pPr>
            <a:lvl3pPr marL="11448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lvl3pPr>
            <a:lvl4pPr marL="16020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lvl4pPr>
            <a:lvl5pPr marL="2059200" marR="0" indent="-230400" algn="l" defTabSz="7159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E2BE446-C97D-EE4B-BDBC-831C2B8D8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BC03CC7-4EAF-AC46-BDE9-FE60F5C59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A970B4C3-2942-E148-978E-CF4787DA6F99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817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D6A21A-990D-D648-AEDF-C3EC3272E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-1"/>
            <a:ext cx="11350800" cy="1051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CLICK TO EDIT MASTER TITLE </a:t>
            </a:r>
            <a:br>
              <a:rPr lang="en-GB" noProof="0"/>
            </a:br>
            <a:r>
              <a:rPr lang="en-GB" noProof="0"/>
              <a:t>STYLE IN UPPERCASE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E2BE446-C97D-EE4B-BDBC-831C2B8D8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BC03CC7-4EAF-AC46-BDE9-FE60F5C59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A970B4C3-2942-E148-978E-CF4787DA6F99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199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F74FC5-9D54-A430-DF98-594F137D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00" y="1200250"/>
            <a:ext cx="5391105" cy="4643461"/>
          </a:xfrm>
        </p:spPr>
        <p:txBody>
          <a:bodyPr/>
          <a:lstStyle>
            <a:lvl1pPr marL="2304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lvl1pPr>
            <a:lvl2pPr marL="6876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Char char="•"/>
              <a:tabLst/>
              <a:defRPr/>
            </a:lvl2pPr>
            <a:lvl3pPr marL="11448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lvl3pPr>
            <a:lvl4pPr marL="16020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lvl4pPr>
            <a:lvl5pPr marL="2059200" marR="0" indent="-230400" algn="l" defTabSz="7159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CD4696B-0A19-1A3F-9CCF-D84F3F84EB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60010" y="1200250"/>
            <a:ext cx="5400907" cy="4643461"/>
          </a:xfrm>
        </p:spPr>
        <p:txBody>
          <a:bodyPr/>
          <a:lstStyle>
            <a:lvl1pPr marL="2304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lvl1pPr>
            <a:lvl2pPr marL="6876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Char char="•"/>
              <a:tabLst/>
              <a:defRPr/>
            </a:lvl2pPr>
            <a:lvl3pPr marL="11448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lvl3pPr>
            <a:lvl4pPr marL="16020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lvl4pPr>
            <a:lvl5pPr marL="2059200" marR="0" indent="-230400" algn="l" defTabSz="7159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62A91EA-650C-6641-A209-A31A9215A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738579FC-D534-194B-97A3-AA39FF514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83FF14C5-10B5-6747-86B1-8362F994B919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53DC4AE-A9AB-3F4F-B0E7-AAA37081F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-1"/>
            <a:ext cx="11350800" cy="1051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CLICK TO EDIT MASTER TITLE </a:t>
            </a:r>
            <a:br>
              <a:rPr lang="en-GB" noProof="0"/>
            </a:br>
            <a:r>
              <a:rPr lang="en-GB" noProof="0"/>
              <a:t>STYLE IN UPPERCASE</a:t>
            </a:r>
          </a:p>
        </p:txBody>
      </p:sp>
    </p:spTree>
    <p:extLst>
      <p:ext uri="{BB962C8B-B14F-4D97-AF65-F5344CB8AC3E}">
        <p14:creationId xmlns:p14="http://schemas.microsoft.com/office/powerpoint/2010/main" val="2970134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00" y="1188900"/>
            <a:ext cx="5461430" cy="4670714"/>
          </a:xfrm>
        </p:spPr>
        <p:txBody>
          <a:bodyPr/>
          <a:lstStyle>
            <a:lvl1pPr marL="2304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lvl1pPr>
            <a:lvl2pPr marL="6876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Char char="•"/>
              <a:tabLst/>
              <a:defRPr/>
            </a:lvl2pPr>
            <a:lvl3pPr marL="11448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lvl3pPr>
            <a:lvl4pPr marL="1602000" marR="0" indent="-230400" algn="l" defTabSz="7207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lvl4pPr>
            <a:lvl5pPr marL="2059200" marR="0" indent="-230400" algn="l" defTabSz="7159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FB19031E-B94F-E23A-8DA5-724FE9B0DA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4125" y="1188900"/>
            <a:ext cx="5711825" cy="463451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5893484-4FA9-E8E7-FD22-CA1308C4FD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1451" y="1188900"/>
            <a:ext cx="2315058" cy="328971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GB" noProof="0"/>
              <a:t>CAPTION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23544316-E651-AB47-BC94-370C3DE48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99BD890-0A9A-E64E-BA7F-D611F38FE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D34A8CC5-6417-7D4E-9FCB-7D41D1D7E8AD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CC5B11EF-C513-D54C-A9D7-475D6A175F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-1"/>
            <a:ext cx="11350800" cy="1051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CLICK TO EDIT MASTER TITLE </a:t>
            </a:r>
            <a:br>
              <a:rPr lang="en-GB" noProof="0"/>
            </a:br>
            <a:r>
              <a:rPr lang="en-GB" noProof="0"/>
              <a:t>STYLE IN UPPERCASE</a:t>
            </a:r>
          </a:p>
        </p:txBody>
      </p:sp>
    </p:spTree>
    <p:extLst>
      <p:ext uri="{BB962C8B-B14F-4D97-AF65-F5344CB8AC3E}">
        <p14:creationId xmlns:p14="http://schemas.microsoft.com/office/powerpoint/2010/main" val="1721836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FB19031E-B94F-E23A-8DA5-724FE9B0DA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0600" y="1197864"/>
            <a:ext cx="3600000" cy="466174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5893484-4FA9-E8E7-FD22-CA1308C4FD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00" y="1197863"/>
            <a:ext cx="2315058" cy="32743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1" name="Segnaposto immagine 3">
            <a:extLst>
              <a:ext uri="{FF2B5EF4-FFF2-40B4-BE49-F238E27FC236}">
                <a16:creationId xmlns:a16="http://schemas.microsoft.com/office/drawing/2014/main" id="{6B5F2F31-E44A-38C1-1B97-AC6F9335AD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296000" y="1197864"/>
            <a:ext cx="3600000" cy="466175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12" name="Segnaposto testo 5">
            <a:extLst>
              <a:ext uri="{FF2B5EF4-FFF2-40B4-BE49-F238E27FC236}">
                <a16:creationId xmlns:a16="http://schemas.microsoft.com/office/drawing/2014/main" id="{7795F4DD-389A-2A3B-BE83-598641FBD1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197863"/>
            <a:ext cx="2315058" cy="30638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3" name="Segnaposto immagine 3">
            <a:extLst>
              <a:ext uri="{FF2B5EF4-FFF2-40B4-BE49-F238E27FC236}">
                <a16:creationId xmlns:a16="http://schemas.microsoft.com/office/drawing/2014/main" id="{8B4E16CD-5303-E3FC-D8FC-9BE53B98E1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34801" y="1197864"/>
            <a:ext cx="3600000" cy="466175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14" name="Segnaposto testo 5">
            <a:extLst>
              <a:ext uri="{FF2B5EF4-FFF2-40B4-BE49-F238E27FC236}">
                <a16:creationId xmlns:a16="http://schemas.microsoft.com/office/drawing/2014/main" id="{49C910B2-C2AD-70D6-24AD-53603D3E21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4801" y="1197863"/>
            <a:ext cx="2315058" cy="32743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8DE35063-7ED2-1447-AAB6-F4B7FE44B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28EDA1B6-0A0D-F64D-A40F-09F0295C6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58ECABD6-37E7-A14D-9FE5-ADDE8069C18A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6A4886FA-9EBA-8940-A6FA-8ECA3B4D2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-1"/>
            <a:ext cx="11350800" cy="1051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 IN UPPERCASE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432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104128F7-8832-A28F-967F-F97D00705B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0600" y="1197865"/>
            <a:ext cx="5531467" cy="209209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5" name="Segnaposto testo 5">
            <a:extLst>
              <a:ext uri="{FF2B5EF4-FFF2-40B4-BE49-F238E27FC236}">
                <a16:creationId xmlns:a16="http://schemas.microsoft.com/office/drawing/2014/main" id="{2B6912E0-4D50-E8FB-65CB-81D83BD81F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00" y="1197863"/>
            <a:ext cx="2315058" cy="32743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GB" noProof="0"/>
              <a:t>CAPTION</a:t>
            </a:r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A32F0CC6-1874-D910-A677-4229AC132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CFBB2398-E496-BB51-4124-80D68C1FA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4CB84E86-39FD-8EB8-33A4-FFB010B63DB5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AAA0DD38-9747-B3E6-915E-9B91A18C1F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-1"/>
            <a:ext cx="11350800" cy="1051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CLICK TO EDIT MASTER TITLE </a:t>
            </a:r>
            <a:br>
              <a:rPr lang="en-GB" noProof="0"/>
            </a:br>
            <a:r>
              <a:rPr lang="en-GB" noProof="0"/>
              <a:t>STYLE IN UPPERCASE</a:t>
            </a:r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582F64AE-1500-F9A1-C277-18D3EDA279E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30112" y="1197865"/>
            <a:ext cx="5524227" cy="210151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5" name="Segnaposto testo 5">
            <a:extLst>
              <a:ext uri="{FF2B5EF4-FFF2-40B4-BE49-F238E27FC236}">
                <a16:creationId xmlns:a16="http://schemas.microsoft.com/office/drawing/2014/main" id="{D42941D6-2F2E-7E08-7471-7F991CE11C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6677" y="1197863"/>
            <a:ext cx="2315058" cy="32743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GB" noProof="0"/>
              <a:t>CAPTION</a:t>
            </a:r>
          </a:p>
        </p:txBody>
      </p:sp>
      <p:sp>
        <p:nvSpPr>
          <p:cNvPr id="26" name="Segnaposto immagine 3">
            <a:extLst>
              <a:ext uri="{FF2B5EF4-FFF2-40B4-BE49-F238E27FC236}">
                <a16:creationId xmlns:a16="http://schemas.microsoft.com/office/drawing/2014/main" id="{9C4E83C0-2936-0775-ED46-65357309A1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600" y="3565118"/>
            <a:ext cx="5539933" cy="22875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7" name="Segnaposto testo 5">
            <a:extLst>
              <a:ext uri="{FF2B5EF4-FFF2-40B4-BE49-F238E27FC236}">
                <a16:creationId xmlns:a16="http://schemas.microsoft.com/office/drawing/2014/main" id="{24CD0607-FFDC-3353-9458-BD110986E7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600" y="3570960"/>
            <a:ext cx="2315058" cy="335724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GB" noProof="0"/>
              <a:t>CAPTION</a:t>
            </a:r>
          </a:p>
        </p:txBody>
      </p:sp>
      <p:sp>
        <p:nvSpPr>
          <p:cNvPr id="28" name="Segnaposto immagine 3">
            <a:extLst>
              <a:ext uri="{FF2B5EF4-FFF2-40B4-BE49-F238E27FC236}">
                <a16:creationId xmlns:a16="http://schemas.microsoft.com/office/drawing/2014/main" id="{DA6D931F-FACC-501C-FCD4-726D2521761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36677" y="3572933"/>
            <a:ext cx="5517662" cy="22875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9" name="Segnaposto testo 5">
            <a:extLst>
              <a:ext uri="{FF2B5EF4-FFF2-40B4-BE49-F238E27FC236}">
                <a16:creationId xmlns:a16="http://schemas.microsoft.com/office/drawing/2014/main" id="{0175F3EB-B660-DC6A-C499-6546E2C70D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677" y="3570308"/>
            <a:ext cx="2315058" cy="335724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GB" noProof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1814044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FB19031E-B94F-E23A-8DA5-724FE9B0DA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0600" y="1197864"/>
            <a:ext cx="3600000" cy="209575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5893484-4FA9-E8E7-FD22-CA1308C4FD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00" y="1197863"/>
            <a:ext cx="2315058" cy="32743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1" name="Segnaposto immagine 3">
            <a:extLst>
              <a:ext uri="{FF2B5EF4-FFF2-40B4-BE49-F238E27FC236}">
                <a16:creationId xmlns:a16="http://schemas.microsoft.com/office/drawing/2014/main" id="{6B5F2F31-E44A-38C1-1B97-AC6F9335AD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296000" y="1197864"/>
            <a:ext cx="3600000" cy="209575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12" name="Segnaposto testo 5">
            <a:extLst>
              <a:ext uri="{FF2B5EF4-FFF2-40B4-BE49-F238E27FC236}">
                <a16:creationId xmlns:a16="http://schemas.microsoft.com/office/drawing/2014/main" id="{7795F4DD-389A-2A3B-BE83-598641FBD1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197863"/>
            <a:ext cx="2315058" cy="30638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3" name="Segnaposto immagine 3">
            <a:extLst>
              <a:ext uri="{FF2B5EF4-FFF2-40B4-BE49-F238E27FC236}">
                <a16:creationId xmlns:a16="http://schemas.microsoft.com/office/drawing/2014/main" id="{8B4E16CD-5303-E3FC-D8FC-9BE53B98E1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34801" y="1197864"/>
            <a:ext cx="3600000" cy="209575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14" name="Segnaposto testo 5">
            <a:extLst>
              <a:ext uri="{FF2B5EF4-FFF2-40B4-BE49-F238E27FC236}">
                <a16:creationId xmlns:a16="http://schemas.microsoft.com/office/drawing/2014/main" id="{49C910B2-C2AD-70D6-24AD-53603D3E21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4801" y="1197863"/>
            <a:ext cx="2315058" cy="32743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8DE35063-7ED2-1447-AAB6-F4B7FE44B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28EDA1B6-0A0D-F64D-A40F-09F0295C6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58ECABD6-37E7-A14D-9FE5-ADDE8069C18A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6A4886FA-9EBA-8940-A6FA-8ECA3B4D2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-1"/>
            <a:ext cx="11350800" cy="1051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 IN UPPERCASE</a:t>
            </a:r>
            <a:endParaRPr lang="en-GB"/>
          </a:p>
        </p:txBody>
      </p:sp>
      <p:sp>
        <p:nvSpPr>
          <p:cNvPr id="2" name="Segnaposto immagine 3">
            <a:extLst>
              <a:ext uri="{FF2B5EF4-FFF2-40B4-BE49-F238E27FC236}">
                <a16:creationId xmlns:a16="http://schemas.microsoft.com/office/drawing/2014/main" id="{5836ADC6-1626-5E30-9A25-DFA4B01455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00" y="3528738"/>
            <a:ext cx="3600000" cy="209575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3" name="Segnaposto immagine 3">
            <a:extLst>
              <a:ext uri="{FF2B5EF4-FFF2-40B4-BE49-F238E27FC236}">
                <a16:creationId xmlns:a16="http://schemas.microsoft.com/office/drawing/2014/main" id="{261F2A95-31B3-13E1-2354-5387E7D9A42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6000" y="3528738"/>
            <a:ext cx="3600000" cy="209575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5" name="Segnaposto immagine 3">
            <a:extLst>
              <a:ext uri="{FF2B5EF4-FFF2-40B4-BE49-F238E27FC236}">
                <a16:creationId xmlns:a16="http://schemas.microsoft.com/office/drawing/2014/main" id="{1A4F4F1F-232C-DC27-72F5-242458CB19B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34801" y="3528738"/>
            <a:ext cx="3600000" cy="209575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8916AF9B-8B2B-D1A4-ABB6-C0E0CDFC02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0600" y="3528738"/>
            <a:ext cx="2315058" cy="32743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D294A063-BCC0-BBA8-92A6-C372789C8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000" y="3528738"/>
            <a:ext cx="2315058" cy="30638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B6100DAE-17EA-A0A6-EFDF-A17695F3FC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34801" y="3528738"/>
            <a:ext cx="2315058" cy="327438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954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FB19031E-B94F-E23A-8DA5-724FE9B0DA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0600" y="1197865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5893484-4FA9-E8E7-FD22-CA1308C4FD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00" y="1197863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1" name="Segnaposto immagine 3">
            <a:extLst>
              <a:ext uri="{FF2B5EF4-FFF2-40B4-BE49-F238E27FC236}">
                <a16:creationId xmlns:a16="http://schemas.microsoft.com/office/drawing/2014/main" id="{6B5F2F31-E44A-38C1-1B97-AC6F9335AD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296000" y="1197865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12" name="Segnaposto testo 5">
            <a:extLst>
              <a:ext uri="{FF2B5EF4-FFF2-40B4-BE49-F238E27FC236}">
                <a16:creationId xmlns:a16="http://schemas.microsoft.com/office/drawing/2014/main" id="{7795F4DD-389A-2A3B-BE83-598641FBD1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197863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3" name="Segnaposto immagine 3">
            <a:extLst>
              <a:ext uri="{FF2B5EF4-FFF2-40B4-BE49-F238E27FC236}">
                <a16:creationId xmlns:a16="http://schemas.microsoft.com/office/drawing/2014/main" id="{8B4E16CD-5303-E3FC-D8FC-9BE53B98E1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34801" y="1197865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14" name="Segnaposto testo 5">
            <a:extLst>
              <a:ext uri="{FF2B5EF4-FFF2-40B4-BE49-F238E27FC236}">
                <a16:creationId xmlns:a16="http://schemas.microsoft.com/office/drawing/2014/main" id="{49C910B2-C2AD-70D6-24AD-53603D3E21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4801" y="1197863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8DE35063-7ED2-1447-AAB6-F4B7FE44B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28EDA1B6-0A0D-F64D-A40F-09F0295C6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58ECABD6-37E7-A14D-9FE5-ADDE8069C18A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6A4886FA-9EBA-8940-A6FA-8ECA3B4D2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0600" y="-1"/>
            <a:ext cx="11350800" cy="1051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 IN UPPERCASE</a:t>
            </a:r>
            <a:endParaRPr lang="en-GB"/>
          </a:p>
        </p:txBody>
      </p:sp>
      <p:sp>
        <p:nvSpPr>
          <p:cNvPr id="2" name="Segnaposto immagine 3">
            <a:extLst>
              <a:ext uri="{FF2B5EF4-FFF2-40B4-BE49-F238E27FC236}">
                <a16:creationId xmlns:a16="http://schemas.microsoft.com/office/drawing/2014/main" id="{5836ADC6-1626-5E30-9A25-DFA4B01455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00" y="2774136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3" name="Segnaposto immagine 3">
            <a:extLst>
              <a:ext uri="{FF2B5EF4-FFF2-40B4-BE49-F238E27FC236}">
                <a16:creationId xmlns:a16="http://schemas.microsoft.com/office/drawing/2014/main" id="{261F2A95-31B3-13E1-2354-5387E7D9A42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6000" y="2774136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5" name="Segnaposto immagine 3">
            <a:extLst>
              <a:ext uri="{FF2B5EF4-FFF2-40B4-BE49-F238E27FC236}">
                <a16:creationId xmlns:a16="http://schemas.microsoft.com/office/drawing/2014/main" id="{1A4F4F1F-232C-DC27-72F5-242458CB19B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34801" y="2774136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8916AF9B-8B2B-D1A4-ABB6-C0E0CDFC02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0600" y="2774135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D294A063-BCC0-BBA8-92A6-C372789C8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000" y="2774135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B6100DAE-17EA-A0A6-EFDF-A17695F3FC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34801" y="2774135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4E53B457-FEFD-4AFA-52D9-9DE28A52294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0600" y="4359634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15" name="Segnaposto immagine 3">
            <a:extLst>
              <a:ext uri="{FF2B5EF4-FFF2-40B4-BE49-F238E27FC236}">
                <a16:creationId xmlns:a16="http://schemas.microsoft.com/office/drawing/2014/main" id="{270AB7BC-5802-8504-A0CF-421AE69A05F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96000" y="4359634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18" name="Segnaposto immagine 3">
            <a:extLst>
              <a:ext uri="{FF2B5EF4-FFF2-40B4-BE49-F238E27FC236}">
                <a16:creationId xmlns:a16="http://schemas.microsoft.com/office/drawing/2014/main" id="{621F5B59-243B-0DC3-2540-8D64F9D2116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34801" y="4359634"/>
            <a:ext cx="3600000" cy="146051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Image</a:t>
            </a:r>
          </a:p>
        </p:txBody>
      </p:sp>
      <p:sp>
        <p:nvSpPr>
          <p:cNvPr id="20" name="Segnaposto testo 5">
            <a:extLst>
              <a:ext uri="{FF2B5EF4-FFF2-40B4-BE49-F238E27FC236}">
                <a16:creationId xmlns:a16="http://schemas.microsoft.com/office/drawing/2014/main" id="{21D8A827-06B4-6215-69C8-64DA01393A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0600" y="4359633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21" name="Segnaposto testo 5">
            <a:extLst>
              <a:ext uri="{FF2B5EF4-FFF2-40B4-BE49-F238E27FC236}">
                <a16:creationId xmlns:a16="http://schemas.microsoft.com/office/drawing/2014/main" id="{9FFD9AB3-5265-EC17-740F-D1792E74FD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6000" y="4359633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  <p:sp>
        <p:nvSpPr>
          <p:cNvPr id="23" name="Segnaposto testo 5">
            <a:extLst>
              <a:ext uri="{FF2B5EF4-FFF2-40B4-BE49-F238E27FC236}">
                <a16:creationId xmlns:a16="http://schemas.microsoft.com/office/drawing/2014/main" id="{745026C6-8944-EFB0-0008-3E2C5CF891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34801" y="4359633"/>
            <a:ext cx="2315058" cy="216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EED48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it-IT"/>
              <a:t>CAPTION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2187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de map - Eastb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42BCF52-DED1-4652-A93B-12850B1A5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675A99-55E0-6E63-DFF6-A9BC9B6B45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" y="193085"/>
            <a:ext cx="4133320" cy="388512"/>
          </a:xfrm>
        </p:spPr>
        <p:txBody>
          <a:bodyPr lIns="180000" rIns="180000" bIns="180000">
            <a:norm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buFontTx/>
              <a:buNone/>
              <a:defRPr lang="en-US" sz="2000" b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noProof="0">
                <a:solidFill>
                  <a:schemeClr val="tx1"/>
                </a:solidFill>
              </a:rPr>
              <a:t>NAME OF TRADE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3E6DA1D-C041-3440-E749-618856EA8A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02014" y="0"/>
            <a:ext cx="7985185" cy="24463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8EB1687B-98CA-6AE1-B429-B5BBBBDB3E78}"/>
              </a:ext>
            </a:extLst>
          </p:cNvPr>
          <p:cNvSpPr txBox="1"/>
          <p:nvPr userDrawn="1"/>
        </p:nvSpPr>
        <p:spPr>
          <a:xfrm>
            <a:off x="1390008" y="1782216"/>
            <a:ext cx="205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noProof="0">
                <a:latin typeface="+mj-lt"/>
              </a:rPr>
              <a:t>EASTBOUND</a:t>
            </a:r>
          </a:p>
        </p:txBody>
      </p:sp>
      <p:sp>
        <p:nvSpPr>
          <p:cNvPr id="24" name="Table Placeholder 8">
            <a:extLst>
              <a:ext uri="{FF2B5EF4-FFF2-40B4-BE49-F238E27FC236}">
                <a16:creationId xmlns:a16="http://schemas.microsoft.com/office/drawing/2014/main" id="{4C4A349E-AD31-CD89-4708-0CB110A00406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4411199" y="2733897"/>
            <a:ext cx="7507465" cy="3030296"/>
          </a:xfrm>
        </p:spPr>
        <p:txBody>
          <a:bodyPr>
            <a:normAutofit/>
          </a:bodyPr>
          <a:lstStyle>
            <a:lvl1pPr marL="0" indent="0">
              <a:buNone/>
              <a:defRPr sz="1200" b="1"/>
            </a:lvl1pPr>
          </a:lstStyle>
          <a:p>
            <a:r>
              <a:rPr lang="en-US" noProof="0"/>
              <a:t>Click icon to add table</a:t>
            </a:r>
            <a:endParaRPr lang="en-GB" noProof="0"/>
          </a:p>
        </p:txBody>
      </p:sp>
      <p:pic>
        <p:nvPicPr>
          <p:cNvPr id="26" name="Picture 15">
            <a:extLst>
              <a:ext uri="{FF2B5EF4-FFF2-40B4-BE49-F238E27FC236}">
                <a16:creationId xmlns:a16="http://schemas.microsoft.com/office/drawing/2014/main" id="{E3FD408C-7200-614C-7E5D-8FEA9D3772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748" y="1670709"/>
            <a:ext cx="520097" cy="523166"/>
          </a:xfrm>
          <a:prstGeom prst="rect">
            <a:avLst/>
          </a:prstGeom>
        </p:spPr>
      </p:pic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393438E8-21AA-C43E-D875-C69F85A5D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581598"/>
            <a:ext cx="4138120" cy="62859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0"/>
            </a:lvl1pPr>
          </a:lstStyle>
          <a:p>
            <a:r>
              <a:rPr lang="en-GB" noProof="0"/>
              <a:t>Name of SERVICE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218AB192-F531-913E-5764-29E12DFFACF1}"/>
              </a:ext>
            </a:extLst>
          </p:cNvPr>
          <p:cNvSpPr/>
          <p:nvPr userDrawn="1"/>
        </p:nvSpPr>
        <p:spPr>
          <a:xfrm flipV="1">
            <a:off x="1169060" y="1210196"/>
            <a:ext cx="1800000" cy="72000"/>
          </a:xfrm>
          <a:prstGeom prst="rect">
            <a:avLst/>
          </a:prstGeom>
          <a:solidFill>
            <a:srgbClr val="EED48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 noProof="0"/>
          </a:p>
        </p:txBody>
      </p:sp>
      <p:sp>
        <p:nvSpPr>
          <p:cNvPr id="35" name="Content Placeholder 19">
            <a:extLst>
              <a:ext uri="{FF2B5EF4-FFF2-40B4-BE49-F238E27FC236}">
                <a16:creationId xmlns:a16="http://schemas.microsoft.com/office/drawing/2014/main" id="{A777C8C1-A55B-8261-78C4-AB3B5B6CB8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2301" y="2349631"/>
            <a:ext cx="3686299" cy="2909239"/>
          </a:xfrm>
        </p:spPr>
        <p:txBody>
          <a:bodyPr lIns="180000" tIns="180000" rIns="180000" bIns="18000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86E25F7F-AD58-C74B-8716-32590D1EC51E}"/>
              </a:ext>
            </a:extLst>
          </p:cNvPr>
          <p:cNvCxnSpPr>
            <a:cxnSpLocks/>
          </p:cNvCxnSpPr>
          <p:nvPr userDrawn="1"/>
        </p:nvCxnSpPr>
        <p:spPr>
          <a:xfrm>
            <a:off x="4121103" y="214478"/>
            <a:ext cx="0" cy="5549715"/>
          </a:xfrm>
          <a:prstGeom prst="line">
            <a:avLst/>
          </a:prstGeom>
          <a:ln w="635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08ADFD19-0C2B-B6C4-4D66-C0866034A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cxnSp>
        <p:nvCxnSpPr>
          <p:cNvPr id="17" name="Connettore 1 20">
            <a:extLst>
              <a:ext uri="{FF2B5EF4-FFF2-40B4-BE49-F238E27FC236}">
                <a16:creationId xmlns:a16="http://schemas.microsoft.com/office/drawing/2014/main" id="{B6CF7FC3-4859-C6D3-84CE-B19ABF07A369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5">
            <a:extLst>
              <a:ext uri="{FF2B5EF4-FFF2-40B4-BE49-F238E27FC236}">
                <a16:creationId xmlns:a16="http://schemas.microsoft.com/office/drawing/2014/main" id="{3DF5B8EB-B8BC-845E-2B50-CE7FE23C63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384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de map - Westb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DF3793-0FB5-3B72-BF59-5C2B6B1D99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748" y="1670709"/>
            <a:ext cx="520099" cy="523167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42BCF52-DED1-4652-A93B-12850B1A5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675A99-55E0-6E63-DFF6-A9BC9B6B45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" y="193085"/>
            <a:ext cx="4133320" cy="388512"/>
          </a:xfrm>
        </p:spPr>
        <p:txBody>
          <a:bodyPr lIns="180000" rIns="180000" bIns="180000">
            <a:norm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buFontTx/>
              <a:buNone/>
              <a:defRPr lang="en-US" sz="2000" b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noProof="0">
                <a:solidFill>
                  <a:schemeClr val="tx1"/>
                </a:solidFill>
              </a:rPr>
              <a:t>NAME OF TRADE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3E6DA1D-C041-3440-E749-618856EA8A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02014" y="0"/>
            <a:ext cx="7985185" cy="24463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8EB1687B-98CA-6AE1-B429-B5BBBBDB3E78}"/>
              </a:ext>
            </a:extLst>
          </p:cNvPr>
          <p:cNvSpPr txBox="1"/>
          <p:nvPr userDrawn="1"/>
        </p:nvSpPr>
        <p:spPr>
          <a:xfrm>
            <a:off x="1390008" y="1782216"/>
            <a:ext cx="205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noProof="0">
                <a:latin typeface="+mj-lt"/>
              </a:rPr>
              <a:t>WESTBOUND</a:t>
            </a:r>
          </a:p>
        </p:txBody>
      </p:sp>
      <p:sp>
        <p:nvSpPr>
          <p:cNvPr id="24" name="Table Placeholder 8">
            <a:extLst>
              <a:ext uri="{FF2B5EF4-FFF2-40B4-BE49-F238E27FC236}">
                <a16:creationId xmlns:a16="http://schemas.microsoft.com/office/drawing/2014/main" id="{4C4A349E-AD31-CD89-4708-0CB110A00406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4411199" y="2733897"/>
            <a:ext cx="7507465" cy="3030296"/>
          </a:xfrm>
        </p:spPr>
        <p:txBody>
          <a:bodyPr>
            <a:normAutofit/>
          </a:bodyPr>
          <a:lstStyle>
            <a:lvl1pPr marL="0" indent="0">
              <a:buNone/>
              <a:defRPr sz="1200" b="1"/>
            </a:lvl1pPr>
          </a:lstStyle>
          <a:p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393438E8-21AA-C43E-D875-C69F85A5D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581598"/>
            <a:ext cx="4138120" cy="62859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0"/>
            </a:lvl1pPr>
          </a:lstStyle>
          <a:p>
            <a:r>
              <a:rPr lang="en-GB" noProof="0"/>
              <a:t>Name of SERVICE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218AB192-F531-913E-5764-29E12DFFACF1}"/>
              </a:ext>
            </a:extLst>
          </p:cNvPr>
          <p:cNvSpPr/>
          <p:nvPr userDrawn="1"/>
        </p:nvSpPr>
        <p:spPr>
          <a:xfrm flipV="1">
            <a:off x="1169060" y="1210196"/>
            <a:ext cx="1800000" cy="72000"/>
          </a:xfrm>
          <a:prstGeom prst="rect">
            <a:avLst/>
          </a:prstGeom>
          <a:solidFill>
            <a:srgbClr val="EED48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 noProof="0"/>
          </a:p>
        </p:txBody>
      </p:sp>
      <p:sp>
        <p:nvSpPr>
          <p:cNvPr id="35" name="Content Placeholder 19">
            <a:extLst>
              <a:ext uri="{FF2B5EF4-FFF2-40B4-BE49-F238E27FC236}">
                <a16:creationId xmlns:a16="http://schemas.microsoft.com/office/drawing/2014/main" id="{A777C8C1-A55B-8261-78C4-AB3B5B6CB8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2301" y="2349631"/>
            <a:ext cx="3686299" cy="2909239"/>
          </a:xfrm>
        </p:spPr>
        <p:txBody>
          <a:bodyPr lIns="180000" tIns="180000" rIns="180000" bIns="18000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86E25F7F-AD58-C74B-8716-32590D1EC51E}"/>
              </a:ext>
            </a:extLst>
          </p:cNvPr>
          <p:cNvCxnSpPr>
            <a:cxnSpLocks/>
          </p:cNvCxnSpPr>
          <p:nvPr userDrawn="1"/>
        </p:nvCxnSpPr>
        <p:spPr>
          <a:xfrm>
            <a:off x="4121103" y="214478"/>
            <a:ext cx="0" cy="5549715"/>
          </a:xfrm>
          <a:prstGeom prst="line">
            <a:avLst/>
          </a:prstGeom>
          <a:ln w="635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08ADFD19-0C2B-B6C4-4D66-C0866034A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cxnSp>
        <p:nvCxnSpPr>
          <p:cNvPr id="17" name="Connettore 1 20">
            <a:extLst>
              <a:ext uri="{FF2B5EF4-FFF2-40B4-BE49-F238E27FC236}">
                <a16:creationId xmlns:a16="http://schemas.microsoft.com/office/drawing/2014/main" id="{B6CF7FC3-4859-C6D3-84CE-B19ABF07A369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5">
            <a:extLst>
              <a:ext uri="{FF2B5EF4-FFF2-40B4-BE49-F238E27FC236}">
                <a16:creationId xmlns:a16="http://schemas.microsoft.com/office/drawing/2014/main" id="{3DF5B8EB-B8BC-845E-2B50-CE7FE23C63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519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de map - Northb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715D13-782F-89EF-8426-3BB39F3EAC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48" y="1670709"/>
            <a:ext cx="520099" cy="523167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42BCF52-DED1-4652-A93B-12850B1A5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675A99-55E0-6E63-DFF6-A9BC9B6B45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" y="193085"/>
            <a:ext cx="4133320" cy="388512"/>
          </a:xfrm>
        </p:spPr>
        <p:txBody>
          <a:bodyPr lIns="180000" rIns="180000" bIns="180000">
            <a:norm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buFontTx/>
              <a:buNone/>
              <a:defRPr lang="en-US" sz="2000" b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noProof="0">
                <a:solidFill>
                  <a:schemeClr val="tx1"/>
                </a:solidFill>
              </a:rPr>
              <a:t>NAME OF TRADE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3E6DA1D-C041-3440-E749-618856EA8A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02014" y="0"/>
            <a:ext cx="7985185" cy="24463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8EB1687B-98CA-6AE1-B429-B5BBBBDB3E78}"/>
              </a:ext>
            </a:extLst>
          </p:cNvPr>
          <p:cNvSpPr txBox="1"/>
          <p:nvPr userDrawn="1"/>
        </p:nvSpPr>
        <p:spPr>
          <a:xfrm>
            <a:off x="1390008" y="1782216"/>
            <a:ext cx="205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noProof="0">
                <a:latin typeface="+mj-lt"/>
              </a:rPr>
              <a:t>NORTHBOUND</a:t>
            </a:r>
          </a:p>
        </p:txBody>
      </p:sp>
      <p:sp>
        <p:nvSpPr>
          <p:cNvPr id="24" name="Table Placeholder 8">
            <a:extLst>
              <a:ext uri="{FF2B5EF4-FFF2-40B4-BE49-F238E27FC236}">
                <a16:creationId xmlns:a16="http://schemas.microsoft.com/office/drawing/2014/main" id="{4C4A349E-AD31-CD89-4708-0CB110A00406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4411199" y="2733897"/>
            <a:ext cx="7507465" cy="3030296"/>
          </a:xfrm>
        </p:spPr>
        <p:txBody>
          <a:bodyPr>
            <a:normAutofit/>
          </a:bodyPr>
          <a:lstStyle>
            <a:lvl1pPr marL="0" indent="0">
              <a:buNone/>
              <a:defRPr sz="1200" b="1"/>
            </a:lvl1pPr>
          </a:lstStyle>
          <a:p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393438E8-21AA-C43E-D875-C69F85A5D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581598"/>
            <a:ext cx="4138120" cy="62859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0"/>
            </a:lvl1pPr>
          </a:lstStyle>
          <a:p>
            <a:r>
              <a:rPr lang="en-GB" noProof="0"/>
              <a:t>Name of SERVICE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218AB192-F531-913E-5764-29E12DFFACF1}"/>
              </a:ext>
            </a:extLst>
          </p:cNvPr>
          <p:cNvSpPr/>
          <p:nvPr userDrawn="1"/>
        </p:nvSpPr>
        <p:spPr>
          <a:xfrm flipV="1">
            <a:off x="1169060" y="1210196"/>
            <a:ext cx="1800000" cy="72000"/>
          </a:xfrm>
          <a:prstGeom prst="rect">
            <a:avLst/>
          </a:prstGeom>
          <a:solidFill>
            <a:srgbClr val="EED48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 noProof="0"/>
          </a:p>
        </p:txBody>
      </p:sp>
      <p:sp>
        <p:nvSpPr>
          <p:cNvPr id="35" name="Content Placeholder 19">
            <a:extLst>
              <a:ext uri="{FF2B5EF4-FFF2-40B4-BE49-F238E27FC236}">
                <a16:creationId xmlns:a16="http://schemas.microsoft.com/office/drawing/2014/main" id="{A777C8C1-A55B-8261-78C4-AB3B5B6CB8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2301" y="2349631"/>
            <a:ext cx="3686299" cy="2909239"/>
          </a:xfrm>
        </p:spPr>
        <p:txBody>
          <a:bodyPr lIns="180000" tIns="180000" rIns="180000" bIns="18000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86E25F7F-AD58-C74B-8716-32590D1EC51E}"/>
              </a:ext>
            </a:extLst>
          </p:cNvPr>
          <p:cNvCxnSpPr>
            <a:cxnSpLocks/>
          </p:cNvCxnSpPr>
          <p:nvPr userDrawn="1"/>
        </p:nvCxnSpPr>
        <p:spPr>
          <a:xfrm>
            <a:off x="4121103" y="214478"/>
            <a:ext cx="0" cy="5549715"/>
          </a:xfrm>
          <a:prstGeom prst="line">
            <a:avLst/>
          </a:prstGeom>
          <a:ln w="635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08ADFD19-0C2B-B6C4-4D66-C0866034A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cxnSp>
        <p:nvCxnSpPr>
          <p:cNvPr id="17" name="Connettore 1 20">
            <a:extLst>
              <a:ext uri="{FF2B5EF4-FFF2-40B4-BE49-F238E27FC236}">
                <a16:creationId xmlns:a16="http://schemas.microsoft.com/office/drawing/2014/main" id="{B6CF7FC3-4859-C6D3-84CE-B19ABF07A369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5">
            <a:extLst>
              <a:ext uri="{FF2B5EF4-FFF2-40B4-BE49-F238E27FC236}">
                <a16:creationId xmlns:a16="http://schemas.microsoft.com/office/drawing/2014/main" id="{3DF5B8EB-B8BC-845E-2B50-CE7FE23C63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63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de map - Southb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2209D7-3F56-2F09-7C5D-82ED56C10A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48" y="1670709"/>
            <a:ext cx="520098" cy="523167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42BCF52-DED1-4652-A93B-12850B1A5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9415" y="6369768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675A99-55E0-6E63-DFF6-A9BC9B6B45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" y="193085"/>
            <a:ext cx="4133320" cy="388512"/>
          </a:xfrm>
        </p:spPr>
        <p:txBody>
          <a:bodyPr lIns="180000" rIns="180000" bIns="180000">
            <a:norm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buFontTx/>
              <a:buNone/>
              <a:defRPr lang="en-US" sz="2000" b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noProof="0">
                <a:solidFill>
                  <a:schemeClr val="tx1"/>
                </a:solidFill>
              </a:rPr>
              <a:t>NAME OF TRADE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3E6DA1D-C041-3440-E749-618856EA8A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02014" y="0"/>
            <a:ext cx="7985185" cy="24463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8EB1687B-98CA-6AE1-B429-B5BBBBDB3E78}"/>
              </a:ext>
            </a:extLst>
          </p:cNvPr>
          <p:cNvSpPr txBox="1"/>
          <p:nvPr userDrawn="1"/>
        </p:nvSpPr>
        <p:spPr>
          <a:xfrm>
            <a:off x="1390008" y="1782216"/>
            <a:ext cx="205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noProof="0">
                <a:latin typeface="+mj-lt"/>
              </a:rPr>
              <a:t>SOUTHBOUND</a:t>
            </a:r>
          </a:p>
        </p:txBody>
      </p:sp>
      <p:sp>
        <p:nvSpPr>
          <p:cNvPr id="24" name="Table Placeholder 8">
            <a:extLst>
              <a:ext uri="{FF2B5EF4-FFF2-40B4-BE49-F238E27FC236}">
                <a16:creationId xmlns:a16="http://schemas.microsoft.com/office/drawing/2014/main" id="{4C4A349E-AD31-CD89-4708-0CB110A00406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4411199" y="2733897"/>
            <a:ext cx="7507465" cy="3030296"/>
          </a:xfrm>
        </p:spPr>
        <p:txBody>
          <a:bodyPr>
            <a:normAutofit/>
          </a:bodyPr>
          <a:lstStyle>
            <a:lvl1pPr marL="0" indent="0">
              <a:buNone/>
              <a:defRPr sz="1200" b="1"/>
            </a:lvl1pPr>
          </a:lstStyle>
          <a:p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393438E8-21AA-C43E-D875-C69F85A5D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581598"/>
            <a:ext cx="4138120" cy="62859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0"/>
            </a:lvl1pPr>
          </a:lstStyle>
          <a:p>
            <a:r>
              <a:rPr lang="en-GB" noProof="0"/>
              <a:t>Name of SERVICE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218AB192-F531-913E-5764-29E12DFFACF1}"/>
              </a:ext>
            </a:extLst>
          </p:cNvPr>
          <p:cNvSpPr/>
          <p:nvPr userDrawn="1"/>
        </p:nvSpPr>
        <p:spPr>
          <a:xfrm flipV="1">
            <a:off x="1169060" y="1210196"/>
            <a:ext cx="1800000" cy="72000"/>
          </a:xfrm>
          <a:prstGeom prst="rect">
            <a:avLst/>
          </a:prstGeom>
          <a:solidFill>
            <a:srgbClr val="EED48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 noProof="0"/>
          </a:p>
        </p:txBody>
      </p:sp>
      <p:sp>
        <p:nvSpPr>
          <p:cNvPr id="35" name="Content Placeholder 19">
            <a:extLst>
              <a:ext uri="{FF2B5EF4-FFF2-40B4-BE49-F238E27FC236}">
                <a16:creationId xmlns:a16="http://schemas.microsoft.com/office/drawing/2014/main" id="{A777C8C1-A55B-8261-78C4-AB3B5B6CB8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2301" y="2349631"/>
            <a:ext cx="3686299" cy="2909239"/>
          </a:xfrm>
        </p:spPr>
        <p:txBody>
          <a:bodyPr lIns="180000" tIns="180000" rIns="180000" bIns="18000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86E25F7F-AD58-C74B-8716-32590D1EC51E}"/>
              </a:ext>
            </a:extLst>
          </p:cNvPr>
          <p:cNvCxnSpPr>
            <a:cxnSpLocks/>
          </p:cNvCxnSpPr>
          <p:nvPr userDrawn="1"/>
        </p:nvCxnSpPr>
        <p:spPr>
          <a:xfrm>
            <a:off x="4121103" y="214478"/>
            <a:ext cx="0" cy="5549715"/>
          </a:xfrm>
          <a:prstGeom prst="line">
            <a:avLst/>
          </a:prstGeom>
          <a:ln w="635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08ADFD19-0C2B-B6C4-4D66-C0866034A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301" y="6267078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cxnSp>
        <p:nvCxnSpPr>
          <p:cNvPr id="17" name="Connettore 1 20">
            <a:extLst>
              <a:ext uri="{FF2B5EF4-FFF2-40B4-BE49-F238E27FC236}">
                <a16:creationId xmlns:a16="http://schemas.microsoft.com/office/drawing/2014/main" id="{B6CF7FC3-4859-C6D3-84CE-B19ABF07A369}"/>
              </a:ext>
            </a:extLst>
          </p:cNvPr>
          <p:cNvCxnSpPr/>
          <p:nvPr userDrawn="1"/>
        </p:nvCxnSpPr>
        <p:spPr>
          <a:xfrm>
            <a:off x="0" y="5859613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5">
            <a:extLst>
              <a:ext uri="{FF2B5EF4-FFF2-40B4-BE49-F238E27FC236}">
                <a16:creationId xmlns:a16="http://schemas.microsoft.com/office/drawing/2014/main" id="{3DF5B8EB-B8BC-845E-2B50-CE7FE23C63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61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5873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hlinkClick r:id="rId2"/>
            <a:extLst>
              <a:ext uri="{FF2B5EF4-FFF2-40B4-BE49-F238E27FC236}">
                <a16:creationId xmlns:a16="http://schemas.microsoft.com/office/drawing/2014/main" id="{08F88211-F036-A47B-0C7E-417CED9001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7132" y="6187480"/>
            <a:ext cx="438645" cy="488232"/>
          </a:xfrm>
          <a:prstGeom prst="rect">
            <a:avLst/>
          </a:prstGeom>
        </p:spPr>
      </p:pic>
      <p:pic>
        <p:nvPicPr>
          <p:cNvPr id="7" name="Immagine 6">
            <a:hlinkClick r:id="rId4"/>
            <a:extLst>
              <a:ext uri="{FF2B5EF4-FFF2-40B4-BE49-F238E27FC236}">
                <a16:creationId xmlns:a16="http://schemas.microsoft.com/office/drawing/2014/main" id="{E1A2F9BE-1A9B-ACD8-6676-60CE0F292E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4422" y="6187480"/>
            <a:ext cx="438646" cy="488232"/>
          </a:xfrm>
          <a:prstGeom prst="rect">
            <a:avLst/>
          </a:prstGeom>
        </p:spPr>
      </p:pic>
      <p:pic>
        <p:nvPicPr>
          <p:cNvPr id="8" name="Immagine 7">
            <a:hlinkClick r:id="rId6"/>
            <a:extLst>
              <a:ext uri="{FF2B5EF4-FFF2-40B4-BE49-F238E27FC236}">
                <a16:creationId xmlns:a16="http://schemas.microsoft.com/office/drawing/2014/main" id="{B279C5BC-885B-6A0C-AB25-B7B0B2C149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3068" y="6187480"/>
            <a:ext cx="480386" cy="488232"/>
          </a:xfrm>
          <a:prstGeom prst="rect">
            <a:avLst/>
          </a:prstGeom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24FB38E4-9B8D-1DE3-9C2B-A1611123AE9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046" y="2359888"/>
            <a:ext cx="1598227" cy="17318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52569B-D21B-0567-17C7-8584E5D7F01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522899" y="6242858"/>
            <a:ext cx="3237257" cy="4328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E368EFE-E2D4-DBE8-7395-48D497506D2E}"/>
              </a:ext>
            </a:extLst>
          </p:cNvPr>
          <p:cNvGrpSpPr/>
          <p:nvPr userDrawn="1"/>
        </p:nvGrpSpPr>
        <p:grpSpPr>
          <a:xfrm>
            <a:off x="5545777" y="6187480"/>
            <a:ext cx="438646" cy="488232"/>
            <a:chOff x="5545777" y="6187480"/>
            <a:chExt cx="438646" cy="488232"/>
          </a:xfrm>
        </p:grpSpPr>
        <p:pic>
          <p:nvPicPr>
            <p:cNvPr id="6" name="Immagine 5">
              <a:hlinkClick r:id="rId10"/>
              <a:extLst>
                <a:ext uri="{FF2B5EF4-FFF2-40B4-BE49-F238E27FC236}">
                  <a16:creationId xmlns:a16="http://schemas.microsoft.com/office/drawing/2014/main" id="{17DE7027-2A70-5FB6-EC1E-17D48E5BC91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45777" y="6187480"/>
              <a:ext cx="438646" cy="488232"/>
            </a:xfrm>
            <a:prstGeom prst="rect">
              <a:avLst/>
            </a:prstGeom>
          </p:spPr>
        </p:pic>
        <p:pic>
          <p:nvPicPr>
            <p:cNvPr id="5" name="Picture 4" descr="A black x in a white circle&#10;&#10;Description automatically generated">
              <a:hlinkClick r:id="rId10"/>
              <a:extLst>
                <a:ext uri="{FF2B5EF4-FFF2-40B4-BE49-F238E27FC236}">
                  <a16:creationId xmlns:a16="http://schemas.microsoft.com/office/drawing/2014/main" id="{67202C8B-5D7F-EB95-F623-BF7CE424CB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77694" y="6329362"/>
              <a:ext cx="227334" cy="190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420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20600" y="-1"/>
            <a:ext cx="11350800" cy="102125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600" y="1197864"/>
            <a:ext cx="11350800" cy="46617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52301" y="6359441"/>
            <a:ext cx="3686299" cy="305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algn="l">
              <a:defRPr lang="en-US" sz="900" smtClea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© Copyright MSC Mediterranean Shipping Company SA</a:t>
            </a:r>
          </a:p>
          <a:p>
            <a:r>
              <a:rPr lang="en-GB" sz="800" noProof="0"/>
              <a:t>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459415" y="6279957"/>
            <a:ext cx="459249" cy="305943"/>
          </a:xfrm>
          <a:prstGeom prst="rect">
            <a:avLst/>
          </a:prstGeom>
        </p:spPr>
        <p:txBody>
          <a:bodyPr/>
          <a:lstStyle>
            <a:lvl1pPr algn="r">
              <a:defRPr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‹#›</a:t>
            </a:fld>
            <a:endParaRPr lang="en-GB" noProof="0"/>
          </a:p>
        </p:txBody>
      </p: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618B04D5-E1E1-F341-8260-5A9252EA40F7}"/>
              </a:ext>
            </a:extLst>
          </p:cNvPr>
          <p:cNvCxnSpPr>
            <a:cxnSpLocks/>
          </p:cNvCxnSpPr>
          <p:nvPr userDrawn="1"/>
        </p:nvCxnSpPr>
        <p:spPr>
          <a:xfrm>
            <a:off x="5190767" y="1021256"/>
            <a:ext cx="1787549" cy="0"/>
          </a:xfrm>
          <a:prstGeom prst="line">
            <a:avLst/>
          </a:prstGeom>
          <a:ln w="635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>
            <a:extLst>
              <a:ext uri="{FF2B5EF4-FFF2-40B4-BE49-F238E27FC236}">
                <a16:creationId xmlns:a16="http://schemas.microsoft.com/office/drawing/2014/main" id="{1C3B80B6-FE64-41E4-0CA6-EE7B5D0E1AFA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359" y="5823525"/>
            <a:ext cx="839601" cy="9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34" r:id="rId17"/>
    <p:sldLayoutId id="2147483935" r:id="rId18"/>
    <p:sldLayoutId id="2147483928" r:id="rId19"/>
    <p:sldLayoutId id="2147483929" r:id="rId20"/>
    <p:sldLayoutId id="2147483930" r:id="rId21"/>
    <p:sldLayoutId id="2147483931" r:id="rId22"/>
    <p:sldLayoutId id="2147483932" r:id="rId23"/>
    <p:sldLayoutId id="2147483933" r:id="rId24"/>
  </p:sldLayoutIdLst>
  <p:hf hdr="0" dt="0"/>
  <p:txStyles>
    <p:titleStyle>
      <a:lvl1pPr algn="ctr" defTabSz="844083" rtl="0" eaLnBrk="1" latinLnBrk="0" hangingPunct="1">
        <a:lnSpc>
          <a:spcPct val="90000"/>
        </a:lnSpc>
        <a:spcBef>
          <a:spcPct val="0"/>
        </a:spcBef>
        <a:buNone/>
        <a:defRPr lang="en-GB" sz="2000" b="1" i="0" kern="1200" cap="all" spc="0" baseline="0" dirty="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30400" marR="0" indent="-230400" algn="l" defTabSz="720725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1800" kern="1200" baseline="0" dirty="0" smtClean="0">
          <a:solidFill>
            <a:srgbClr val="333333"/>
          </a:solidFill>
          <a:latin typeface="+mn-lt"/>
          <a:ea typeface="+mn-ea"/>
          <a:cs typeface="Calibri" pitchFamily="34" charset="0"/>
        </a:defRPr>
      </a:lvl1pPr>
      <a:lvl2pPr marL="687600" marR="0" indent="-230400" algn="l" defTabSz="720725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85000"/>
        <a:buFont typeface="Arial" panose="020B0604020202020204" pitchFamily="34" charset="0"/>
        <a:buChar char="•"/>
        <a:tabLst/>
        <a:defRPr lang="en-US" sz="1600" kern="1200" baseline="0" dirty="0" smtClean="0">
          <a:solidFill>
            <a:srgbClr val="333333"/>
          </a:solidFill>
          <a:latin typeface="+mn-lt"/>
          <a:ea typeface="+mn-ea"/>
          <a:cs typeface="Calibri" pitchFamily="34" charset="0"/>
        </a:defRPr>
      </a:lvl2pPr>
      <a:lvl3pPr marL="1144800" marR="0" indent="-230400" algn="l" defTabSz="720725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sz="1400" kern="1200" baseline="0">
          <a:solidFill>
            <a:srgbClr val="333333"/>
          </a:solidFill>
          <a:latin typeface="+mn-lt"/>
          <a:ea typeface="+mn-ea"/>
          <a:cs typeface="Calibri" pitchFamily="34" charset="0"/>
        </a:defRPr>
      </a:lvl3pPr>
      <a:lvl4pPr marL="1602000" marR="0" indent="-230400" algn="l" defTabSz="720725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lang="en-US" sz="1400" kern="1200" baseline="0" dirty="0" smtClean="0">
          <a:solidFill>
            <a:srgbClr val="333333"/>
          </a:solidFill>
          <a:latin typeface="+mn-lt"/>
          <a:ea typeface="+mn-ea"/>
          <a:cs typeface="Calibri" pitchFamily="34" charset="0"/>
        </a:defRPr>
      </a:lvl4pPr>
      <a:lvl5pPr marL="2059200" marR="0" indent="-230400" algn="l" defTabSz="7159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lang="en-US" sz="1200" kern="1200" baseline="0" dirty="0" smtClean="0">
          <a:solidFill>
            <a:srgbClr val="333333"/>
          </a:solidFill>
          <a:latin typeface="+mn-lt"/>
          <a:ea typeface="+mn-ea"/>
          <a:cs typeface="Calibri" pitchFamily="34" charset="0"/>
        </a:defRPr>
      </a:lvl5pPr>
      <a:lvl6pPr marL="2578820" indent="0" algn="l" defTabSz="1125444" rtl="0" eaLnBrk="1" latinLnBrk="0" hangingPunct="1">
        <a:spcBef>
          <a:spcPct val="200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0464-1019-C9D6-1A80-A857156EAB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MSC ACADEMY</a:t>
            </a:r>
            <a:br>
              <a:rPr lang="en-US" dirty="0"/>
            </a:br>
            <a:r>
              <a:rPr lang="en-US" dirty="0"/>
              <a:t>UNIT TEST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34731-FEA4-7981-20CE-C3A388E500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it-IT" dirty="0"/>
              <a:t>Dario Di Palma</a:t>
            </a: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ED541-6327-4771-507F-062660A165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Week 9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04658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0C3B22-BE3E-6ECD-7F50-74053CB3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COS’è</a:t>
            </a:r>
            <a:r>
              <a:rPr lang="en-US" dirty="0"/>
              <a:t> UNO UNIT TEST</a:t>
            </a:r>
            <a:endParaRPr lang="en-CH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B1E9684-6466-A54C-20E8-6DA957F4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Un </a:t>
            </a:r>
            <a:r>
              <a:rPr lang="it-IT" b="1" dirty="0"/>
              <a:t>Unit Test</a:t>
            </a:r>
            <a:r>
              <a:rPr lang="it-IT" dirty="0"/>
              <a:t> è un test automatizzato che verifica il corretto funzionamento di </a:t>
            </a:r>
            <a:r>
              <a:rPr lang="it-IT" b="1" dirty="0"/>
              <a:t>una singola unità di codice</a:t>
            </a:r>
            <a:r>
              <a:rPr lang="it-IT" dirty="0"/>
              <a:t>, di solito una funzione o un metodo.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Obiettivo</a:t>
            </a:r>
          </a:p>
          <a:p>
            <a:pPr marL="0" indent="0">
              <a:buNone/>
            </a:pPr>
            <a:r>
              <a:rPr lang="it-IT" dirty="0"/>
              <a:t>Garantire che il </a:t>
            </a:r>
            <a:r>
              <a:rPr lang="it-IT" b="1" dirty="0"/>
              <a:t>comportamento del codice sia corretto</a:t>
            </a:r>
            <a:r>
              <a:rPr lang="it-IT" dirty="0"/>
              <a:t> in modo isolato.</a:t>
            </a:r>
          </a:p>
          <a:p>
            <a:pPr marL="0" indent="0">
              <a:buNone/>
            </a:pPr>
            <a:r>
              <a:rPr lang="it-IT" dirty="0"/>
              <a:t>Favorire la </a:t>
            </a:r>
            <a:r>
              <a:rPr lang="it-IT" b="1" dirty="0"/>
              <a:t>manutenibilità</a:t>
            </a:r>
            <a:r>
              <a:rPr lang="it-IT" dirty="0"/>
              <a:t>, la </a:t>
            </a:r>
            <a:r>
              <a:rPr lang="it-IT" b="1" dirty="0"/>
              <a:t>sicurezza nelle modifiche</a:t>
            </a:r>
            <a:r>
              <a:rPr lang="it-IT" dirty="0"/>
              <a:t> e la </a:t>
            </a:r>
            <a:r>
              <a:rPr lang="it-IT" b="1" dirty="0"/>
              <a:t>documentazione viva</a:t>
            </a:r>
            <a:r>
              <a:rPr lang="it-IT" dirty="0"/>
              <a:t> del comportamento atteso.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Caratteristiche ideali (i “FIRST </a:t>
            </a:r>
            <a:r>
              <a:rPr lang="it-IT" b="1" dirty="0" err="1"/>
              <a:t>principles</a:t>
            </a:r>
            <a:r>
              <a:rPr lang="it-IT" b="1" dirty="0"/>
              <a:t>”)</a:t>
            </a:r>
          </a:p>
          <a:p>
            <a:pPr marL="0" indent="0">
              <a:buNone/>
            </a:pPr>
            <a:r>
              <a:rPr lang="it-IT" b="1" dirty="0"/>
              <a:t>F</a:t>
            </a:r>
            <a:r>
              <a:rPr lang="it-IT" dirty="0"/>
              <a:t>ast → devono essere veloci.</a:t>
            </a:r>
          </a:p>
          <a:p>
            <a:pPr marL="0" indent="0">
              <a:buNone/>
            </a:pPr>
            <a:r>
              <a:rPr lang="it-IT" b="1" dirty="0" err="1"/>
              <a:t>I</a:t>
            </a:r>
            <a:r>
              <a:rPr lang="it-IT" dirty="0" err="1"/>
              <a:t>solated</a:t>
            </a:r>
            <a:r>
              <a:rPr lang="it-IT" dirty="0"/>
              <a:t> / Independent → non devono dipendere da altri test o risorse esterne.</a:t>
            </a:r>
          </a:p>
          <a:p>
            <a:pPr marL="0" indent="0">
              <a:buNone/>
            </a:pPr>
            <a:r>
              <a:rPr lang="it-IT" b="1" dirty="0" err="1"/>
              <a:t>R</a:t>
            </a:r>
            <a:r>
              <a:rPr lang="it-IT" dirty="0" err="1"/>
              <a:t>epeatable</a:t>
            </a:r>
            <a:r>
              <a:rPr lang="it-IT" dirty="0"/>
              <a:t> → devono produrre lo stesso risultato ogni volta.</a:t>
            </a:r>
          </a:p>
          <a:p>
            <a:pPr marL="0" indent="0">
              <a:buNone/>
            </a:pPr>
            <a:r>
              <a:rPr lang="it-IT" b="1" dirty="0"/>
              <a:t>S</a:t>
            </a:r>
            <a:r>
              <a:rPr lang="it-IT" dirty="0"/>
              <a:t>elf-</a:t>
            </a:r>
            <a:r>
              <a:rPr lang="it-IT" dirty="0" err="1"/>
              <a:t>validating</a:t>
            </a:r>
            <a:r>
              <a:rPr lang="it-IT" dirty="0"/>
              <a:t> → devono fallire o passare automaticamente, senza interpretazione umana.</a:t>
            </a:r>
          </a:p>
          <a:p>
            <a:pPr marL="0" indent="0">
              <a:buNone/>
            </a:pPr>
            <a:r>
              <a:rPr lang="it-IT" b="1" dirty="0" err="1"/>
              <a:t>T</a:t>
            </a:r>
            <a:r>
              <a:rPr lang="it-IT" dirty="0" err="1"/>
              <a:t>imely</a:t>
            </a:r>
            <a:r>
              <a:rPr lang="it-IT" dirty="0"/>
              <a:t> → dovrebbero essere scritti </a:t>
            </a:r>
            <a:r>
              <a:rPr lang="it-IT" b="1" dirty="0"/>
              <a:t>insieme o prima del codice</a:t>
            </a:r>
            <a:r>
              <a:rPr lang="it-IT" dirty="0"/>
              <a:t> (TDD).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8C501-1DC4-50B6-9AFF-198BE5756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ECA5A-B03E-1172-A1C5-AB8869069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58962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1D067-487F-7E08-2591-74A9C0CB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6C4371-47F5-9DEB-E677-EEFB0B93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PERCHè</a:t>
            </a:r>
            <a:r>
              <a:rPr lang="en-US" dirty="0"/>
              <a:t> SCRIVERE UNIT TEST</a:t>
            </a:r>
            <a:endParaRPr lang="en-CH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0C2BB3-378E-38E6-ABF9-4042B24C5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Benefici</a:t>
            </a:r>
          </a:p>
          <a:p>
            <a:r>
              <a:rPr lang="it-IT" b="1" dirty="0"/>
              <a:t>Riduzione dei bug</a:t>
            </a:r>
            <a:r>
              <a:rPr lang="it-IT" dirty="0"/>
              <a:t> e regressioni.</a:t>
            </a:r>
          </a:p>
          <a:p>
            <a:r>
              <a:rPr lang="it-IT" b="1" dirty="0"/>
              <a:t>Facilitano il </a:t>
            </a:r>
            <a:r>
              <a:rPr lang="it-IT" b="1" dirty="0" err="1"/>
              <a:t>refactoring</a:t>
            </a:r>
            <a:r>
              <a:rPr lang="it-IT" dirty="0"/>
              <a:t> (puoi modificare il codice con più sicurezza).</a:t>
            </a:r>
          </a:p>
          <a:p>
            <a:r>
              <a:rPr lang="it-IT" b="1" dirty="0"/>
              <a:t>Documentano</a:t>
            </a:r>
            <a:r>
              <a:rPr lang="it-IT" dirty="0"/>
              <a:t> il comportamento del codice.</a:t>
            </a:r>
          </a:p>
          <a:p>
            <a:r>
              <a:rPr lang="it-IT" b="1" dirty="0"/>
              <a:t>Favoriscono design migliore</a:t>
            </a:r>
            <a:r>
              <a:rPr lang="it-IT" dirty="0"/>
              <a:t> (codice più modulare, meno accoppiato).</a:t>
            </a:r>
          </a:p>
          <a:p>
            <a:r>
              <a:rPr lang="it-IT" b="1" dirty="0"/>
              <a:t>Abilitano </a:t>
            </a:r>
            <a:r>
              <a:rPr lang="it-IT" b="1" dirty="0" err="1"/>
              <a:t>Continuous</a:t>
            </a:r>
            <a:r>
              <a:rPr lang="it-IT" b="1" dirty="0"/>
              <a:t> Integration / </a:t>
            </a:r>
            <a:r>
              <a:rPr lang="it-IT" b="1" dirty="0" err="1"/>
              <a:t>Continuous</a:t>
            </a:r>
            <a:r>
              <a:rPr lang="it-IT" b="1" dirty="0"/>
              <a:t> Delivery (CI/CD)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Limiti</a:t>
            </a:r>
          </a:p>
          <a:p>
            <a:r>
              <a:rPr lang="it-IT" dirty="0"/>
              <a:t>Non sostituiscono gli altri tipi di test.</a:t>
            </a:r>
          </a:p>
          <a:p>
            <a:r>
              <a:rPr lang="it-IT" dirty="0"/>
              <a:t>Non garantiscono che il sistema nel suo complesso funzioni (testano solo unità).</a:t>
            </a:r>
          </a:p>
          <a:p>
            <a:r>
              <a:rPr lang="it-IT" dirty="0"/>
              <a:t>Scrivere test scadenti può rallentare anziché aiutare.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B9950-853B-6947-AD7A-4F88468C0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D95D2-6F2F-0A29-54AF-694010B63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2521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21E8-AAD3-4CA0-F6A1-4A0350F4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9BC72B2-CCB4-B22E-E714-DF283DD5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di un Unit Test</a:t>
            </a:r>
            <a:endParaRPr lang="en-CH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728401-047B-56A4-1EBE-B67D86119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Pattern “AAA”</a:t>
            </a:r>
          </a:p>
          <a:p>
            <a:pPr marL="0" indent="0">
              <a:buNone/>
            </a:pPr>
            <a:endParaRPr lang="it-IT" b="1" dirty="0"/>
          </a:p>
          <a:p>
            <a:pPr marL="342900" indent="-342900">
              <a:buFont typeface="+mj-lt"/>
              <a:buAutoNum type="arabicPeriod"/>
            </a:pPr>
            <a:r>
              <a:rPr lang="it-IT" b="1" dirty="0" err="1"/>
              <a:t>Arrange</a:t>
            </a:r>
            <a:r>
              <a:rPr lang="it-IT" dirty="0"/>
              <a:t> → prepara il contesto e i dati.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Act</a:t>
            </a:r>
            <a:r>
              <a:rPr lang="it-IT" dirty="0"/>
              <a:t> → esegui il codice da testare.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 err="1"/>
              <a:t>Assert</a:t>
            </a:r>
            <a:r>
              <a:rPr lang="it-IT" dirty="0"/>
              <a:t> → verifica che il risultato sia quello atteso.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Esempio (C# con </a:t>
            </a:r>
            <a:r>
              <a:rPr lang="it-IT" dirty="0" err="1"/>
              <a:t>xUnit</a:t>
            </a:r>
            <a:r>
              <a:rPr lang="it-IT" dirty="0"/>
              <a:t>):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B0FEE-3F6B-F9F3-B785-0155AFAA4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368FA-B62B-9B74-037E-4B4F4836A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4</a:t>
            </a:fld>
            <a:endParaRPr lang="en-GB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CDCA0-484A-4D59-76A5-520385506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735" y="3137674"/>
            <a:ext cx="2971265" cy="256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5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22AA-4570-545A-1855-602F7CE1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F537E9-EE3F-11B8-7538-BF00CDEF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XUNIT</a:t>
            </a:r>
            <a:endParaRPr lang="en-CH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5C974A-3BA3-E4E2-A137-700CC9D06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it-IT" b="1" dirty="0" err="1"/>
              <a:t>xUnit</a:t>
            </a:r>
            <a:r>
              <a:rPr lang="it-IT" b="1" dirty="0"/>
              <a:t> </a:t>
            </a:r>
            <a:r>
              <a:rPr lang="it-IT" dirty="0"/>
              <a:t>è un </a:t>
            </a:r>
            <a:r>
              <a:rPr lang="it-IT" b="1" dirty="0"/>
              <a:t>framework di </a:t>
            </a:r>
            <a:r>
              <a:rPr lang="it-IT" b="1" dirty="0" err="1"/>
              <a:t>unit</a:t>
            </a:r>
            <a:r>
              <a:rPr lang="it-IT" b="1" dirty="0"/>
              <a:t> testing</a:t>
            </a:r>
            <a:r>
              <a:rPr lang="it-IT" dirty="0"/>
              <a:t> usato per scrivere test automatizzati in C# che utilizza gli attributi per marcare i metodi come Unit Test.</a:t>
            </a:r>
          </a:p>
          <a:p>
            <a:pPr marL="0" indent="0" algn="just">
              <a:buNone/>
            </a:pPr>
            <a:endParaRPr lang="it-IT" sz="800" dirty="0"/>
          </a:p>
          <a:p>
            <a:pPr marL="0" indent="0" algn="just">
              <a:buNone/>
            </a:pPr>
            <a:r>
              <a:rPr lang="it-IT" dirty="0"/>
              <a:t>Attributo </a:t>
            </a:r>
            <a:r>
              <a:rPr lang="it-IT" b="1" dirty="0"/>
              <a:t>[</a:t>
            </a:r>
            <a:r>
              <a:rPr lang="it-IT" b="1" dirty="0" err="1"/>
              <a:t>Fact</a:t>
            </a:r>
            <a:r>
              <a:rPr lang="it-IT" b="1" dirty="0"/>
              <a:t>]	</a:t>
            </a:r>
            <a:r>
              <a:rPr lang="it-IT" dirty="0"/>
              <a:t>					              Attributo </a:t>
            </a:r>
            <a:r>
              <a:rPr lang="it-IT" b="1" dirty="0"/>
              <a:t>[Theory]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sz="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A7BA9-FE00-6F97-CF18-EA26FCEAB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EB78C-817C-C890-33BE-8DD4B67BA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5</a:t>
            </a:fld>
            <a:endParaRPr lang="en-GB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7AB47-1C89-5353-7521-0575E7007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00" y="2237333"/>
            <a:ext cx="2953964" cy="2535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0CBD49-B86E-77E1-742C-B21F04577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270" y="2260763"/>
            <a:ext cx="5558935" cy="2535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67FAFA-7519-A1A1-570B-5E2EA19818C6}"/>
              </a:ext>
            </a:extLst>
          </p:cNvPr>
          <p:cNvSpPr txBox="1"/>
          <p:nvPr/>
        </p:nvSpPr>
        <p:spPr>
          <a:xfrm>
            <a:off x="6095999" y="4919587"/>
            <a:ext cx="5981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[Theory] indica che il test verrà eseguito più volte con input diversi.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[</a:t>
            </a:r>
            <a:r>
              <a:rPr lang="it-IT" sz="1600" dirty="0" err="1"/>
              <a:t>InlineData</a:t>
            </a:r>
            <a:r>
              <a:rPr lang="it-IT" sz="1600" dirty="0"/>
              <a:t>(...)] fornisce i valori di input per ogni esecuzione.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55926B-B1AB-9879-46AB-7BAA81FE6A71}"/>
              </a:ext>
            </a:extLst>
          </p:cNvPr>
          <p:cNvSpPr txBox="1"/>
          <p:nvPr/>
        </p:nvSpPr>
        <p:spPr>
          <a:xfrm>
            <a:off x="352301" y="4919587"/>
            <a:ext cx="398621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[</a:t>
            </a:r>
            <a:r>
              <a:rPr lang="it-IT" sz="1600" dirty="0" err="1"/>
              <a:t>Fact</a:t>
            </a:r>
            <a:r>
              <a:rPr lang="it-IT" sz="1600" dirty="0"/>
              <a:t>] indica che il metodo è un </a:t>
            </a:r>
            <a:r>
              <a:rPr lang="it-IT" sz="1600" dirty="0" err="1"/>
              <a:t>unit</a:t>
            </a:r>
            <a:r>
              <a:rPr lang="it-IT" sz="1600" dirty="0"/>
              <a:t> 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Assert.Equal</a:t>
            </a:r>
            <a:r>
              <a:rPr lang="it-IT" sz="1600" dirty="0"/>
              <a:t>(</a:t>
            </a:r>
            <a:r>
              <a:rPr lang="it-IT" sz="1600" dirty="0" err="1"/>
              <a:t>expected</a:t>
            </a:r>
            <a:r>
              <a:rPr lang="it-IT" sz="1600" dirty="0"/>
              <a:t>, </a:t>
            </a:r>
            <a:r>
              <a:rPr lang="it-IT" sz="1600" dirty="0" err="1"/>
              <a:t>actual</a:t>
            </a:r>
            <a:r>
              <a:rPr lang="it-IT" sz="1600" dirty="0"/>
              <a:t>) verifica che</a:t>
            </a:r>
          </a:p>
          <a:p>
            <a:r>
              <a:rPr lang="it-IT" sz="1600" dirty="0"/>
              <a:t>      il risultato sia quello atteso.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38084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1B38-F216-6142-DC7F-1267C057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4A4357-7891-A04D-683C-57DD4AA1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ISOLAMENTO E DIPENDENZE</a:t>
            </a:r>
            <a:endParaRPr lang="en-CH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C55671-97B2-97DA-961B-1243E45FC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Unità isolata</a:t>
            </a:r>
          </a:p>
          <a:p>
            <a:pPr marL="0" indent="0">
              <a:buNone/>
            </a:pPr>
            <a:r>
              <a:rPr lang="it-IT" dirty="0" err="1"/>
              <a:t>L’unit</a:t>
            </a:r>
            <a:r>
              <a:rPr lang="it-IT" dirty="0"/>
              <a:t> test deve testare </a:t>
            </a:r>
            <a:r>
              <a:rPr lang="it-IT" b="1" dirty="0"/>
              <a:t>solo la logica interna</a:t>
            </a:r>
            <a:r>
              <a:rPr lang="it-IT" dirty="0"/>
              <a:t> dell’unità.</a:t>
            </a:r>
            <a:br>
              <a:rPr lang="it-IT" dirty="0"/>
            </a:br>
            <a:r>
              <a:rPr lang="it-IT" dirty="0"/>
              <a:t>Se la classe usa:</a:t>
            </a:r>
          </a:p>
          <a:p>
            <a:r>
              <a:rPr lang="it-IT" dirty="0"/>
              <a:t>Database</a:t>
            </a:r>
          </a:p>
          <a:p>
            <a:r>
              <a:rPr lang="it-IT" dirty="0"/>
              <a:t>File system</a:t>
            </a:r>
          </a:p>
          <a:p>
            <a:r>
              <a:rPr lang="it-IT" dirty="0"/>
              <a:t>API esterne</a:t>
            </a:r>
            <a:br>
              <a:rPr lang="it-IT" dirty="0"/>
            </a:br>
            <a:r>
              <a:rPr lang="it-IT" dirty="0"/>
              <a:t>→ bisogna </a:t>
            </a:r>
            <a:r>
              <a:rPr lang="it-IT" b="1" dirty="0"/>
              <a:t>simulare (</a:t>
            </a:r>
            <a:r>
              <a:rPr lang="it-IT" b="1" dirty="0" err="1"/>
              <a:t>mockare</a:t>
            </a:r>
            <a:r>
              <a:rPr lang="it-IT" b="1" dirty="0"/>
              <a:t>)</a:t>
            </a:r>
            <a:r>
              <a:rPr lang="it-IT" dirty="0"/>
              <a:t> quelle dipendenze.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b="1" dirty="0"/>
              <a:t>Tecniche di isolamento</a:t>
            </a:r>
          </a:p>
          <a:p>
            <a:r>
              <a:rPr lang="it-IT" b="1" dirty="0" err="1"/>
              <a:t>Stub</a:t>
            </a:r>
            <a:r>
              <a:rPr lang="it-IT" dirty="0"/>
              <a:t> → ritorna risposte predefinite.</a:t>
            </a:r>
          </a:p>
          <a:p>
            <a:r>
              <a:rPr lang="it-IT" b="1" dirty="0" err="1"/>
              <a:t>Mock</a:t>
            </a:r>
            <a:r>
              <a:rPr lang="it-IT" dirty="0"/>
              <a:t> → verifica che una dipendenza sia stata chiamata in un certo modo.</a:t>
            </a:r>
          </a:p>
          <a:p>
            <a:r>
              <a:rPr lang="it-IT" b="1" dirty="0"/>
              <a:t>Fake</a:t>
            </a:r>
            <a:r>
              <a:rPr lang="it-IT" dirty="0"/>
              <a:t> → implementazione semplice di un componente reale.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Librerie comuni: </a:t>
            </a:r>
            <a:r>
              <a:rPr lang="it-IT" i="1" dirty="0" err="1"/>
              <a:t>Moq</a:t>
            </a:r>
            <a:r>
              <a:rPr lang="it-IT" dirty="0"/>
              <a:t>, </a:t>
            </a:r>
            <a:r>
              <a:rPr lang="it-IT" i="1" dirty="0" err="1"/>
              <a:t>NSubstitute</a:t>
            </a:r>
            <a:r>
              <a:rPr lang="it-IT" dirty="0"/>
              <a:t>, </a:t>
            </a:r>
            <a:r>
              <a:rPr lang="it-IT" i="1" dirty="0" err="1"/>
              <a:t>FakeItEasy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36636-0EE9-39E0-CB2B-2E746A00B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B0BD2-995C-80EC-BA5F-887E83302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5785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5364-0896-6AF5-71D6-C87AAD51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65C5CD-57A7-457B-DB7A-CC87F707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MOQ</a:t>
            </a:r>
            <a:endParaRPr lang="en-CH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E21E0E-AD2C-7D98-4EB7-16E070B88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00" y="1466491"/>
            <a:ext cx="11326605" cy="4393122"/>
          </a:xfrm>
        </p:spPr>
        <p:txBody>
          <a:bodyPr/>
          <a:lstStyle/>
          <a:p>
            <a:pPr marL="0" indent="0">
              <a:buNone/>
            </a:pPr>
            <a:r>
              <a:rPr lang="it-IT" b="1" dirty="0" err="1"/>
              <a:t>Moq</a:t>
            </a:r>
            <a:r>
              <a:rPr lang="it-IT" dirty="0"/>
              <a:t> è una libreria .NET per il </a:t>
            </a:r>
            <a:r>
              <a:rPr lang="it-IT" b="1" dirty="0" err="1"/>
              <a:t>mocking</a:t>
            </a:r>
            <a:r>
              <a:rPr lang="it-IT" dirty="0"/>
              <a:t>, cioè per creare </a:t>
            </a:r>
            <a:r>
              <a:rPr lang="it-IT" b="1" dirty="0"/>
              <a:t>oggetti finti (</a:t>
            </a:r>
            <a:r>
              <a:rPr lang="it-IT" b="1" dirty="0" err="1"/>
              <a:t>mock</a:t>
            </a:r>
            <a:r>
              <a:rPr lang="it-IT" b="1" dirty="0"/>
              <a:t>)</a:t>
            </a:r>
            <a:r>
              <a:rPr lang="it-IT" dirty="0"/>
              <a:t> durante gli </a:t>
            </a:r>
            <a:r>
              <a:rPr lang="it-IT" dirty="0" err="1"/>
              <a:t>unit</a:t>
            </a:r>
            <a:r>
              <a:rPr lang="it-IT" dirty="0"/>
              <a:t> test.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Serve ad </a:t>
            </a:r>
            <a:r>
              <a:rPr lang="it-IT" b="1" dirty="0"/>
              <a:t>isolare il codice che si sta testando</a:t>
            </a:r>
            <a:r>
              <a:rPr lang="it-IT" dirty="0"/>
              <a:t> dalle sue dipendenze esterne, come database, servizi web, file system o altre classi.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Funzionamento</a:t>
            </a:r>
          </a:p>
          <a:p>
            <a:r>
              <a:rPr lang="it-IT" b="1" dirty="0"/>
              <a:t>Creazione di un </a:t>
            </a:r>
            <a:r>
              <a:rPr lang="it-IT" b="1" dirty="0" err="1"/>
              <a:t>mock</a:t>
            </a:r>
            <a:r>
              <a:rPr lang="it-IT" dirty="0"/>
              <a:t> dell’interfaccia da sostituire.</a:t>
            </a:r>
          </a:p>
          <a:p>
            <a:r>
              <a:rPr lang="it-IT" b="1" dirty="0"/>
              <a:t>Definire il comportamento</a:t>
            </a:r>
            <a:r>
              <a:rPr lang="it-IT" dirty="0"/>
              <a:t> delle chiamate ai metodi del </a:t>
            </a:r>
            <a:r>
              <a:rPr lang="it-IT" dirty="0" err="1"/>
              <a:t>mock</a:t>
            </a:r>
            <a:r>
              <a:rPr lang="it-IT" dirty="0"/>
              <a:t> (es. cosa deve restituire).</a:t>
            </a:r>
          </a:p>
          <a:p>
            <a:r>
              <a:rPr lang="it-IT" b="1" dirty="0"/>
              <a:t>Verificare le interazioni</a:t>
            </a:r>
            <a:r>
              <a:rPr lang="it-IT" dirty="0"/>
              <a:t> con il </a:t>
            </a:r>
            <a:r>
              <a:rPr lang="it-IT" dirty="0" err="1"/>
              <a:t>mock</a:t>
            </a:r>
            <a:r>
              <a:rPr lang="it-IT" dirty="0"/>
              <a:t> (es. se un metodo è stato chiamato una volta, con certi parametri).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E1D1F-C55D-BAF4-1A5C-3E8D5E797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37960-BEAE-BDA9-9BFC-C520D9D27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0546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70B28-B398-CB86-2E45-53F8E8C2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9B8C7D-2FBF-840A-E8B3-559449DD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Best practice</a:t>
            </a:r>
            <a:endParaRPr lang="en-CH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9DDD23-3E7D-35D2-ACC6-16EFB9A08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6499" y="2001329"/>
            <a:ext cx="6556076" cy="2559170"/>
          </a:xfrm>
        </p:spPr>
        <p:txBody>
          <a:bodyPr/>
          <a:lstStyle/>
          <a:p>
            <a:r>
              <a:rPr lang="it-IT" dirty="0"/>
              <a:t>Scrivere test </a:t>
            </a:r>
            <a:r>
              <a:rPr lang="it-IT" b="1" dirty="0"/>
              <a:t>semplici e leggibili</a:t>
            </a:r>
          </a:p>
          <a:p>
            <a:r>
              <a:rPr lang="it-IT" dirty="0"/>
              <a:t>Un solo “concetto” per test (un comportamento, non più di uno)</a:t>
            </a:r>
          </a:p>
          <a:p>
            <a:r>
              <a:rPr lang="it-IT" dirty="0"/>
              <a:t>Nomina chiara: </a:t>
            </a:r>
            <a:r>
              <a:rPr lang="it-IT" dirty="0" err="1"/>
              <a:t>MethodName_StateUnderTest_ExpectedBehavior</a:t>
            </a:r>
            <a:endParaRPr lang="it-IT" dirty="0"/>
          </a:p>
          <a:p>
            <a:r>
              <a:rPr lang="it-IT" dirty="0"/>
              <a:t>Evitare test dipendenti tra loro</a:t>
            </a:r>
          </a:p>
          <a:p>
            <a:r>
              <a:rPr lang="it-IT" dirty="0"/>
              <a:t>Evitare l’uso di logica complessa nei test (no </a:t>
            </a:r>
            <a:r>
              <a:rPr lang="it-IT" dirty="0" err="1"/>
              <a:t>if</a:t>
            </a:r>
            <a:r>
              <a:rPr lang="it-IT" dirty="0"/>
              <a:t>, for, ecc.)</a:t>
            </a:r>
          </a:p>
          <a:p>
            <a:r>
              <a:rPr lang="it-IT" dirty="0"/>
              <a:t>Tenere i test vicino al codice (/</a:t>
            </a:r>
            <a:r>
              <a:rPr lang="it-IT" dirty="0" err="1"/>
              <a:t>Tests</a:t>
            </a:r>
            <a:r>
              <a:rPr lang="it-IT" dirty="0"/>
              <a:t> folder o progetto parallelo)</a:t>
            </a:r>
          </a:p>
          <a:p>
            <a:r>
              <a:rPr lang="it-IT" dirty="0"/>
              <a:t>Automatizzare l’esecuzione (CI pipeline)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517F3-F4F4-5279-E2DE-91B1837C1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F873-8704-5445-BAC8-139BDA42D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52045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F5EE-A8F1-C26C-17BF-403964D5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63DCD5-1323-A457-4AB5-B5D87DC7A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Code coverage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38A63-8AF5-73F5-8FB4-834083AA4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26FD8-6367-FFB1-977A-EA55FFEAF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9</a:t>
            </a:fld>
            <a:endParaRPr lang="en-GB" noProof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7EEC635-FBFC-0B01-88B4-A72F50FCFF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193" y="2603362"/>
            <a:ext cx="1179361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copertura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toccano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tutte le parti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Aiuta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trovare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codice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testato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“zombie”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eseguito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Misura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indirettamente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non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garantisce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siano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buoni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refactoring: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con buona coverage,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puoi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sicurezza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impostare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metriche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esempio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almeno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80% di coverage”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CI/CD.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89A9E-495E-6D1A-6E82-AE9FD4D1E5A8}"/>
              </a:ext>
            </a:extLst>
          </p:cNvPr>
          <p:cNvSpPr txBox="1"/>
          <p:nvPr/>
        </p:nvSpPr>
        <p:spPr>
          <a:xfrm>
            <a:off x="199193" y="1495245"/>
            <a:ext cx="11719471" cy="66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</a:t>
            </a:r>
            <a:r>
              <a:rPr lang="it-IT" b="1" dirty="0"/>
              <a:t>code coverage</a:t>
            </a:r>
            <a:r>
              <a:rPr lang="it-IT" dirty="0"/>
              <a:t> è una </a:t>
            </a:r>
            <a:r>
              <a:rPr lang="it-IT" b="1" dirty="0"/>
              <a:t>metrica</a:t>
            </a:r>
            <a:r>
              <a:rPr lang="it-IT" dirty="0"/>
              <a:t> che indica </a:t>
            </a:r>
            <a:r>
              <a:rPr lang="it-IT" b="1" dirty="0"/>
              <a:t>quale percentuale del codice sorgente viene eseguita</a:t>
            </a:r>
            <a:r>
              <a:rPr lang="it-IT" dirty="0"/>
              <a:t> durante l’esecuzione dei test automatici.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40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40B28-0585-B248-6D65-EE769553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655458-1647-AA64-A4B9-4A11C6F4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Errori comuni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005CB-5E8B-D262-210F-E4CB514B7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FFC49-2938-D2BB-96D0-F878A99F0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10</a:t>
            </a:fld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6C7EA-9DE4-E341-063F-DF05C0F88C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599" y="2120958"/>
            <a:ext cx="1126531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it-IT" dirty="0"/>
              <a:t>Test troppo complessi o fragili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it-IT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it-IT" dirty="0" err="1"/>
              <a:t>Mock</a:t>
            </a:r>
            <a:r>
              <a:rPr lang="it-IT" dirty="0"/>
              <a:t> eccessivi (test che non riflettono la realtà)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it-IT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it-IT" dirty="0"/>
              <a:t>Scrivere test dopo il codice solo per aumentare la Code Coverage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it-IT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it-IT" dirty="0"/>
              <a:t>Non aggiornare i test quando cambia la logica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it-IT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it-IT" dirty="0"/>
              <a:t>Usare test per validare comportamento non deterministico (es. tempo, random)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133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E253F-8313-7DE1-9860-62DFAD6B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11B8F6-A92E-6030-8633-9AA56556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Integration test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1EF23-1FF4-C92D-36FA-20501E3EE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6CEF5-9196-DEE6-6A31-3C628A722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11</a:t>
            </a:fld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6E677-A940-7034-9664-87FC60FA78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599" y="1123763"/>
            <a:ext cx="11265317" cy="457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it-IT" dirty="0"/>
              <a:t>Un </a:t>
            </a:r>
            <a:r>
              <a:rPr lang="it-IT" b="1" dirty="0"/>
              <a:t>Integration Test</a:t>
            </a:r>
            <a:r>
              <a:rPr lang="it-IT" dirty="0"/>
              <a:t> (o test di integrazione) è un tipo di test automatico che </a:t>
            </a:r>
            <a:r>
              <a:rPr lang="it-IT" b="1" dirty="0"/>
              <a:t>verifica l’interazione tra più componenti del sistema</a:t>
            </a:r>
            <a:r>
              <a:rPr lang="it-IT" dirty="0"/>
              <a:t> — ad esempio, tra moduli di codice, servizi, database o API.</a:t>
            </a:r>
          </a:p>
          <a:p>
            <a:pPr marL="0" indent="0">
              <a:buNone/>
            </a:pPr>
            <a:r>
              <a:rPr lang="it-IT" dirty="0"/>
              <a:t>Mentre un </a:t>
            </a:r>
            <a:r>
              <a:rPr lang="it-IT" b="1" dirty="0"/>
              <a:t>Unit Test</a:t>
            </a:r>
            <a:r>
              <a:rPr lang="it-IT" dirty="0"/>
              <a:t> testa una singola unità di codice (tipicamente un metodo o una classe) in isolamento, un </a:t>
            </a:r>
            <a:r>
              <a:rPr lang="it-IT" b="1" dirty="0"/>
              <a:t>Integration Test</a:t>
            </a:r>
            <a:r>
              <a:rPr lang="it-IT" dirty="0"/>
              <a:t> controlla che </a:t>
            </a:r>
            <a:r>
              <a:rPr lang="it-IT" b="1" dirty="0"/>
              <a:t>le unità funzionino correttamente insieme</a:t>
            </a:r>
            <a:r>
              <a:rPr lang="it-IT"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Lo scopo degli Integration Test è assicurarsi che:</a:t>
            </a:r>
          </a:p>
          <a:p>
            <a:r>
              <a:rPr lang="it-IT" dirty="0"/>
              <a:t>le diverse parti del sistema </a:t>
            </a:r>
            <a:r>
              <a:rPr lang="it-IT" b="1" dirty="0"/>
              <a:t>collaborino correttamente</a:t>
            </a:r>
            <a:endParaRPr lang="it-IT" dirty="0"/>
          </a:p>
          <a:p>
            <a:r>
              <a:rPr lang="it-IT" dirty="0"/>
              <a:t>le </a:t>
            </a:r>
            <a:r>
              <a:rPr lang="it-IT" b="1" dirty="0"/>
              <a:t>dipendenze esterne</a:t>
            </a:r>
            <a:r>
              <a:rPr lang="it-IT" dirty="0"/>
              <a:t> (database, API, filesystem, ecc.) funzionino come previsto</a:t>
            </a:r>
          </a:p>
          <a:p>
            <a:r>
              <a:rPr lang="it-IT" dirty="0"/>
              <a:t>il comportamento complessivo sia </a:t>
            </a:r>
            <a:r>
              <a:rPr lang="it-IT" b="1" dirty="0"/>
              <a:t>coerente e affidabile</a:t>
            </a:r>
            <a:r>
              <a:rPr lang="it-IT" dirty="0"/>
              <a:t> anche in un contesto “reale”.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 </a:t>
            </a:r>
            <a:r>
              <a:rPr lang="it-IT" b="1" dirty="0"/>
              <a:t>In breve:</a:t>
            </a:r>
            <a:endParaRPr lang="it-IT" dirty="0"/>
          </a:p>
          <a:p>
            <a:r>
              <a:rPr lang="it-IT" dirty="0"/>
              <a:t>Gli Unit Test garantiscono che “ogni mattoncino funzioni”.</a:t>
            </a:r>
          </a:p>
          <a:p>
            <a:r>
              <a:rPr lang="it-IT" dirty="0"/>
              <a:t>Gli Integration Test garantiscono che “i mattoncini funzionino correttamente insieme”.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1251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F4BD2-666C-209C-50F2-845CD27B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EE995B-33F8-C1E8-B57E-AD115AD4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</a:t>
            </a:r>
            <a:r>
              <a:rPr lang="it-IT" dirty="0" err="1"/>
              <a:t>driven</a:t>
            </a:r>
            <a:r>
              <a:rPr lang="it-IT" dirty="0"/>
              <a:t> </a:t>
            </a:r>
            <a:r>
              <a:rPr lang="it-IT" dirty="0" err="1"/>
              <a:t>development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F6C42-35D8-2B60-7ABE-8AC68B4D5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C78D7-225F-31C2-CE54-33ACD9686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12</a:t>
            </a:fld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183F-3B00-E9CE-5665-029C4E13CC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599" y="1289964"/>
            <a:ext cx="1126531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it-IT" dirty="0"/>
              <a:t>Il </a:t>
            </a:r>
            <a:r>
              <a:rPr lang="it-IT" b="1" dirty="0"/>
              <a:t>Test </a:t>
            </a:r>
            <a:r>
              <a:rPr lang="it-IT" b="1" dirty="0" err="1"/>
              <a:t>Driven</a:t>
            </a:r>
            <a:r>
              <a:rPr lang="it-IT" b="1" dirty="0"/>
              <a:t> Development (TDD)</a:t>
            </a:r>
            <a:r>
              <a:rPr lang="it-IT" dirty="0"/>
              <a:t> è una </a:t>
            </a:r>
            <a:r>
              <a:rPr lang="it-IT" b="1" dirty="0"/>
              <a:t>metodologia di sviluppo del software</a:t>
            </a:r>
            <a:r>
              <a:rPr lang="it-IT" dirty="0"/>
              <a:t> che mette i </a:t>
            </a:r>
            <a:r>
              <a:rPr lang="it-IT" b="1" dirty="0"/>
              <a:t>test al centro del processo di programmazione</a:t>
            </a:r>
            <a:r>
              <a:rPr lang="it-IT" dirty="0"/>
              <a:t>.</a:t>
            </a:r>
          </a:p>
          <a:p>
            <a:pPr marL="0" indent="0">
              <a:buNone/>
            </a:pPr>
            <a:r>
              <a:rPr lang="it-IT" dirty="0"/>
              <a:t>L’idea di base è: </a:t>
            </a:r>
            <a:r>
              <a:rPr lang="it-IT" b="1" dirty="0"/>
              <a:t>scrivere prima i test</a:t>
            </a:r>
            <a:r>
              <a:rPr lang="it-IT" dirty="0"/>
              <a:t>, e solo dopo scrivere il codice necessario per farli passare.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Vantaggi del TDD</a:t>
            </a:r>
          </a:p>
          <a:p>
            <a:r>
              <a:rPr lang="it-IT" b="1" dirty="0"/>
              <a:t>Qualità del codice più alta:</a:t>
            </a:r>
            <a:r>
              <a:rPr lang="it-IT" dirty="0"/>
              <a:t> i test scritti prima costringono a progettare codice modulare, testabile e con dipendenze chiare.</a:t>
            </a:r>
          </a:p>
          <a:p>
            <a:r>
              <a:rPr lang="it-IT" b="1" dirty="0"/>
              <a:t>Feedback immediato:</a:t>
            </a:r>
            <a:r>
              <a:rPr lang="it-IT" dirty="0"/>
              <a:t> se qualcosa non funziona come previsto, i test lo segnalano subito.</a:t>
            </a:r>
          </a:p>
          <a:p>
            <a:r>
              <a:rPr lang="it-IT" b="1" dirty="0"/>
              <a:t>Meno bug in produzione:</a:t>
            </a:r>
            <a:r>
              <a:rPr lang="it-IT" dirty="0"/>
              <a:t> ogni parte del codice è verificata da test automatici.</a:t>
            </a:r>
          </a:p>
          <a:p>
            <a:r>
              <a:rPr lang="it-IT" b="1" dirty="0"/>
              <a:t>Facilità nel </a:t>
            </a:r>
            <a:r>
              <a:rPr lang="it-IT" b="1" dirty="0" err="1"/>
              <a:t>refactoring</a:t>
            </a:r>
            <a:r>
              <a:rPr lang="it-IT" b="1" dirty="0"/>
              <a:t>:</a:t>
            </a:r>
            <a:r>
              <a:rPr lang="it-IT" dirty="0"/>
              <a:t> i test agiscono come rete di sicurezza durante le modifiche.</a:t>
            </a:r>
          </a:p>
          <a:p>
            <a:r>
              <a:rPr lang="it-IT" b="1" dirty="0"/>
              <a:t>Documentazione:</a:t>
            </a:r>
            <a:r>
              <a:rPr lang="it-IT" dirty="0"/>
              <a:t> i test descrivono il comportamento atteso del codice in modo esplicito.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125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DAD0A-CDA2-1416-46B5-0CD9104A4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B42EF4-33B1-B99F-2CB6-E3620056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Tdd</a:t>
            </a:r>
            <a:r>
              <a:rPr lang="it-IT" dirty="0"/>
              <a:t>: Red – green - </a:t>
            </a:r>
            <a:r>
              <a:rPr lang="it-IT" dirty="0" err="1"/>
              <a:t>refactor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83018-B787-DF45-D4A3-20FBF03EC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© Copyright MSC Mediterranean Shipping Company SA</a:t>
            </a:r>
          </a:p>
          <a:p>
            <a:r>
              <a:rPr lang="en-GB" noProof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9C5F6-0A5F-34B6-B5F3-047144D40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5D77248-F92F-47C9-97FD-9CF7B39594FC}" type="slidenum">
              <a:rPr lang="en-GB" noProof="0" smtClean="0"/>
              <a:pPr>
                <a:defRPr/>
              </a:pPr>
              <a:t>13</a:t>
            </a:fld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FC6CA-197E-E2E7-B85C-A98D44764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599" y="1197630"/>
            <a:ext cx="11265317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b="1" dirty="0"/>
              <a:t>RED – Scrivi un test che fallisce</a:t>
            </a:r>
            <a:endParaRPr lang="it-IT" dirty="0"/>
          </a:p>
          <a:p>
            <a:pPr lvl="1"/>
            <a:r>
              <a:rPr lang="it-IT" dirty="0"/>
              <a:t>Prima di scrivere qualsiasi logica applicativa, si crea un test automatico che descrive il comportamento desiderato.</a:t>
            </a:r>
          </a:p>
          <a:p>
            <a:pPr lvl="1"/>
            <a:r>
              <a:rPr lang="it-IT" dirty="0"/>
              <a:t>Poiché il codice che deve essere testato non esiste ancora, il test fallisce (rosso).</a:t>
            </a:r>
          </a:p>
          <a:p>
            <a:pPr lvl="1"/>
            <a:r>
              <a:rPr lang="it-IT" dirty="0"/>
              <a:t>Questo passaggio costringe lo sviluppatore a </a:t>
            </a:r>
            <a:r>
              <a:rPr lang="it-IT" b="1" dirty="0"/>
              <a:t>pensare al comportamento e ai requisiti prima del codice</a:t>
            </a:r>
            <a:r>
              <a:rPr lang="it-IT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GREEN – Scrivi il codice minimo per far passare il test</a:t>
            </a:r>
            <a:endParaRPr lang="it-IT" dirty="0"/>
          </a:p>
          <a:p>
            <a:pPr lvl="1"/>
            <a:r>
              <a:rPr lang="it-IT" dirty="0"/>
              <a:t>Si scrive solo la quantità minima di codice necessaria per far sì che il test passi (verde).</a:t>
            </a:r>
          </a:p>
          <a:p>
            <a:pPr lvl="1"/>
            <a:r>
              <a:rPr lang="it-IT" dirty="0"/>
              <a:t>Non si pensa all’ottimizzazione o alla pulizia del codice in questa fase.</a:t>
            </a:r>
          </a:p>
          <a:p>
            <a:pPr lvl="1"/>
            <a:r>
              <a:rPr lang="it-IT" dirty="0"/>
              <a:t>L’obiettivo è ottenere un </a:t>
            </a:r>
            <a:r>
              <a:rPr lang="it-IT" b="1" dirty="0"/>
              <a:t>risultato corretto e verificato automaticamente</a:t>
            </a:r>
            <a:r>
              <a:rPr lang="it-IT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REFACTOR – Migliora il codice mantenendo i test verdi</a:t>
            </a:r>
            <a:endParaRPr lang="it-IT" dirty="0"/>
          </a:p>
          <a:p>
            <a:pPr lvl="1"/>
            <a:r>
              <a:rPr lang="it-IT" dirty="0"/>
              <a:t>Ora che il test è verde, si può </a:t>
            </a:r>
            <a:r>
              <a:rPr lang="it-IT" dirty="0" err="1"/>
              <a:t>rifattorizzare</a:t>
            </a:r>
            <a:r>
              <a:rPr lang="it-IT" dirty="0"/>
              <a:t> (pulire) il codice:</a:t>
            </a:r>
          </a:p>
          <a:p>
            <a:pPr lvl="2"/>
            <a:r>
              <a:rPr lang="it-IT" dirty="0"/>
              <a:t>migliorare i nomi delle variabili e dei metodi;</a:t>
            </a:r>
          </a:p>
          <a:p>
            <a:pPr lvl="2"/>
            <a:r>
              <a:rPr lang="it-IT" dirty="0"/>
              <a:t>eliminare duplicazioni;</a:t>
            </a:r>
          </a:p>
          <a:p>
            <a:pPr lvl="2"/>
            <a:r>
              <a:rPr lang="it-IT" dirty="0"/>
              <a:t>semplificare la logica;</a:t>
            </a:r>
          </a:p>
          <a:p>
            <a:pPr lvl="2"/>
            <a:r>
              <a:rPr lang="it-IT" dirty="0"/>
              <a:t>migliorare la struttura complessiva.</a:t>
            </a:r>
          </a:p>
          <a:p>
            <a:pPr lvl="1"/>
            <a:r>
              <a:rPr lang="it-IT" dirty="0"/>
              <a:t>Tutti i test devono continuare a passare: questo garantisce che la </a:t>
            </a:r>
            <a:r>
              <a:rPr lang="it-IT" dirty="0" err="1"/>
              <a:t>rifattorizzazione</a:t>
            </a:r>
            <a:r>
              <a:rPr lang="it-IT" dirty="0"/>
              <a:t> non abbia introdotto regressioni.</a:t>
            </a:r>
          </a:p>
        </p:txBody>
      </p:sp>
    </p:spTree>
    <p:extLst>
      <p:ext uri="{BB962C8B-B14F-4D97-AF65-F5344CB8AC3E}">
        <p14:creationId xmlns:p14="http://schemas.microsoft.com/office/powerpoint/2010/main" val="3538284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57626"/>
      </p:ext>
    </p:extLst>
  </p:cSld>
  <p:clrMapOvr>
    <a:masterClrMapping/>
  </p:clrMapOvr>
</p:sld>
</file>

<file path=ppt/theme/theme1.xml><?xml version="1.0" encoding="utf-8"?>
<a:theme xmlns:a="http://schemas.openxmlformats.org/drawingml/2006/main" name="1_msc_2022">
  <a:themeElements>
    <a:clrScheme name="MSC 2021">
      <a:dk1>
        <a:sysClr val="windowText" lastClr="000000"/>
      </a:dk1>
      <a:lt1>
        <a:srgbClr val="FFFFFF"/>
      </a:lt1>
      <a:dk2>
        <a:srgbClr val="8B8178"/>
      </a:dk2>
      <a:lt2>
        <a:srgbClr val="FFFFFF"/>
      </a:lt2>
      <a:accent1>
        <a:srgbClr val="EED484"/>
      </a:accent1>
      <a:accent2>
        <a:srgbClr val="1B365D"/>
      </a:accent2>
      <a:accent3>
        <a:srgbClr val="135193"/>
      </a:accent3>
      <a:accent4>
        <a:srgbClr val="8E9FBC"/>
      </a:accent4>
      <a:accent5>
        <a:srgbClr val="325854"/>
      </a:accent5>
      <a:accent6>
        <a:srgbClr val="A6192E"/>
      </a:accent6>
      <a:hlink>
        <a:srgbClr val="ACA39A"/>
      </a:hlink>
      <a:folHlink>
        <a:srgbClr val="BFBFBF"/>
      </a:folHlink>
    </a:clrScheme>
    <a:fontScheme name="MSC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C383E735-B460-499D-9CD3-AC1F74AF767A}" vid="{9C1E8502-2856-455D-B412-B4BE9BC4F7D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f894f-8520-4b02-9de5-cc212d6c21d6">
      <Terms xmlns="http://schemas.microsoft.com/office/infopath/2007/PartnerControls"/>
    </lcf76f155ced4ddcb4097134ff3c332f>
    <TaxCatchAll xmlns="06633cc1-305e-4a11-b30a-eeed9a501d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002EA1DB775A4FA6F7BB52F1C88102" ma:contentTypeVersion="13" ma:contentTypeDescription="Create a new document." ma:contentTypeScope="" ma:versionID="98cf2d6e82c07bc5ffff851a19a80c14">
  <xsd:schema xmlns:xsd="http://www.w3.org/2001/XMLSchema" xmlns:xs="http://www.w3.org/2001/XMLSchema" xmlns:p="http://schemas.microsoft.com/office/2006/metadata/properties" xmlns:ns2="681f894f-8520-4b02-9de5-cc212d6c21d6" xmlns:ns3="06633cc1-305e-4a11-b30a-eeed9a501d79" targetNamespace="http://schemas.microsoft.com/office/2006/metadata/properties" ma:root="true" ma:fieldsID="cd21a202ff239748f4ef333953bf8104" ns2:_="" ns3:_="">
    <xsd:import namespace="681f894f-8520-4b02-9de5-cc212d6c21d6"/>
    <xsd:import namespace="06633cc1-305e-4a11-b30a-eeed9a501d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f894f-8520-4b02-9de5-cc212d6c21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ded909-303a-4d8e-b841-df2fc8e5e6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33cc1-305e-4a11-b30a-eeed9a501d7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d6fa345-0632-4e55-a2ab-72e59185cf33}" ma:internalName="TaxCatchAll" ma:showField="CatchAllData" ma:web="06633cc1-305e-4a11-b30a-eeed9a501d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594365-09A9-40CB-A76B-EFE7B7F775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D2C927-5A81-4FA4-B665-F19D810C980C}">
  <ds:schemaRefs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06633cc1-305e-4a11-b30a-eeed9a501d79"/>
    <ds:schemaRef ds:uri="http://schemas.openxmlformats.org/package/2006/metadata/core-properties"/>
    <ds:schemaRef ds:uri="681f894f-8520-4b02-9de5-cc212d6c21d6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F216141-E415-45DD-8F74-F573DDB8AF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1f894f-8520-4b02-9de5-cc212d6c21d6"/>
    <ds:schemaRef ds:uri="06633cc1-305e-4a11-b30a-eeed9a501d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c24caf1-31f7-40c1-bde0-ca915f0156e3}" enabled="1" method="Standard" siteId="{088e9b00-ffd0-458e-bfa1-acf4c596d3c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MSC_ppt_global_template</Template>
  <TotalTime>1858</TotalTime>
  <Words>1332</Words>
  <Application>Microsoft Office PowerPoint</Application>
  <PresentationFormat>Widescreen</PresentationFormat>
  <Paragraphs>173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Arial Black</vt:lpstr>
      <vt:lpstr>Calibri</vt:lpstr>
      <vt:lpstr>1_msc_2022</vt:lpstr>
      <vt:lpstr>MSC ACADEMY UNIT TEST</vt:lpstr>
      <vt:lpstr>COS’è UNO UNIT TEST</vt:lpstr>
      <vt:lpstr>PERCHè SCRIVERE UNIT TEST</vt:lpstr>
      <vt:lpstr>Struttura di un Unit Test</vt:lpstr>
      <vt:lpstr>XUNIT</vt:lpstr>
      <vt:lpstr>ISOLAMENTO E DIPENDENZE</vt:lpstr>
      <vt:lpstr>MOQ</vt:lpstr>
      <vt:lpstr>Best practice</vt:lpstr>
      <vt:lpstr>Code coverage</vt:lpstr>
      <vt:lpstr>Errori comuni</vt:lpstr>
      <vt:lpstr>Integration test</vt:lpstr>
      <vt:lpstr>Test driven development</vt:lpstr>
      <vt:lpstr>Tdd: Red – green - refactor</vt:lpstr>
      <vt:lpstr>PowerPoint Presentation</vt:lpstr>
    </vt:vector>
  </TitlesOfParts>
  <Company>MSC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Dario Di Palma (MSC Technology Italia)</dc:creator>
  <cp:lastModifiedBy>Dario Di Palma (MSC Technology Italia)</cp:lastModifiedBy>
  <cp:revision>4</cp:revision>
  <dcterms:created xsi:type="dcterms:W3CDTF">2025-11-09T11:21:46Z</dcterms:created>
  <dcterms:modified xsi:type="dcterms:W3CDTF">2025-11-11T17:19:53Z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0x010100AB002EA1DB775A4FA6F7BB52F1C88102</vt:lpwstr>
  </property>
  <property fmtid="{D5CDD505-2E9C-101B-9397-08002B2CF9AE}" pid="3" name="MediaServiceImageTags">
    <vt:lpwstr/>
  </property>
  <property fmtid="{D5CDD505-2E9C-101B-9397-08002B2CF9AE}" pid="4" name="MSIP_Label_fc24caf1-31f7-40c1-bde0-ca915f0156e3_Enabled">
    <vt:lpwstr>true</vt:lpwstr>
  </property>
  <property fmtid="{D5CDD505-2E9C-101B-9397-08002B2CF9AE}" pid="5" name="MSIP_Label_fc24caf1-31f7-40c1-bde0-ca915f0156e3_SetDate">
    <vt:lpwstr>2022-09-01T11:13:58Z</vt:lpwstr>
  </property>
  <property fmtid="{D5CDD505-2E9C-101B-9397-08002B2CF9AE}" pid="6" name="MSIP_Label_fc24caf1-31f7-40c1-bde0-ca915f0156e3_Method">
    <vt:lpwstr>Standard</vt:lpwstr>
  </property>
  <property fmtid="{D5CDD505-2E9C-101B-9397-08002B2CF9AE}" pid="7" name="MSIP_Label_fc24caf1-31f7-40c1-bde0-ca915f0156e3_Name">
    <vt:lpwstr>Internal</vt:lpwstr>
  </property>
  <property fmtid="{D5CDD505-2E9C-101B-9397-08002B2CF9AE}" pid="8" name="MSIP_Label_fc24caf1-31f7-40c1-bde0-ca915f0156e3_SiteId">
    <vt:lpwstr>088e9b00-ffd0-458e-bfa1-acf4c596d3cb</vt:lpwstr>
  </property>
  <property fmtid="{D5CDD505-2E9C-101B-9397-08002B2CF9AE}" pid="9" name="MSIP_Label_fc24caf1-31f7-40c1-bde0-ca915f0156e3_ActionId">
    <vt:lpwstr>80cee8b1-a181-4ff9-9c57-1f61095c0cdc</vt:lpwstr>
  </property>
  <property fmtid="{D5CDD505-2E9C-101B-9397-08002B2CF9AE}" pid="10" name="MSIP_Label_fc24caf1-31f7-40c1-bde0-ca915f0156e3_ContentBits">
    <vt:lpwstr>2</vt:lpwstr>
  </property>
  <property fmtid="{D5CDD505-2E9C-101B-9397-08002B2CF9AE}" pid="11" name="SPSKArea">
    <vt:lpwstr/>
  </property>
  <property fmtid="{D5CDD505-2E9C-101B-9397-08002B2CF9AE}" pid="12" name="_dlc_DocIdItemGuid">
    <vt:lpwstr>72eb47b6-ce00-4106-9ccd-dbff62b32fc2</vt:lpwstr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_activity">
    <vt:lpwstr>{"FileActivityType":"9","FileActivityTimeStamp":"2024-08-22T12:07:46.997Z","FileActivityUsersOnPage":[{"DisplayName":"Katia Cipelli (MSC Geneva)","Id":"katia.cipelli@msc.com"}],"FileActivityNavigationId":null}</vt:lpwstr>
  </property>
  <property fmtid="{D5CDD505-2E9C-101B-9397-08002B2CF9AE}" pid="16" name="TriggerFlowInfo">
    <vt:lpwstr/>
  </property>
</Properties>
</file>